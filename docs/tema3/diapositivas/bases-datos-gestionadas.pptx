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5381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 —  TEMA 3: ALMACENAMIENTO, DATOS Y PRIMERA ARQUITECTURA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Bases de datos gestionadas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3 — Almacenamiento, datos y primera arquitectura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estructurados, por primera vez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3: Bases de datos gestionadas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9167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 ahora los datos con los que has trabajado han vivido en ficheros: un front en S3, unas imágenes en EFS. Hoy llega la primera pieza que necesita algo más estructurado — una base de datos relacional de verdad, con sus filas y sus relaciones.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520440"/>
            <a:ext cx="11091672" cy="128016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1054303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 motor podrías instalarlo tú mismo dentro de una instancia. Hoy vas a ver la alternativa: contratarlo como servicio gestionado, y entender exactamente qué te ahorra y qué renuncias a cambio.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Instalar frente a consumir como servicio (RDS)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3: Bases de datos gestionadas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8727416"/>
              </p:ext>
            </p:extLst>
          </p:nvPr>
        </p:nvGraphicFramePr>
        <p:xfrm>
          <a:off x="458724" y="1187786"/>
          <a:ext cx="11274552" cy="4718490"/>
        </p:xfrm>
        <a:graphic>
          <a:graphicData uri="http://schemas.openxmlformats.org/drawingml/2006/table">
            <a:tbl>
              <a:tblPr/>
              <a:tblGrid>
                <a:gridCol w="29313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460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7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641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Instalada por ti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Gestionada (RDS)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4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Tamaño de cómputo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 de instancia EC2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Clase db.* — mismo catálogo, prefijo db.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4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Parches del motor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 aplicas tú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AWS, en ventana de mantenimiento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64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Copias de seguridad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 configuras y vigilas tú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Automáticas, con recuperación a un punto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4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Conmutación por error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montas tú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Incluida si activas Multi-AZ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64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Acceso al sistema operativo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Ninguno — ni siquiera SSH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Recuperación a un punto en el tiempo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3: Bases de datos gestionadas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173736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1054303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solo volver a la foto de la última copia diaria: RDS guarda también los cambios desde entonces, así que puedes restaurar a cualquier segundo concreto dentro de la ventana de retención — por ejemplo, un minuto antes de que alguien borrara una tabla por error.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Ninguna opción es «la buena» en abstracto — es la misma decisión de la escalera IaaS→PaaS→SaaS de la sesión 1, aplicada ahora a bases de datos.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Subred privada y grupos de seguridad de datos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3: Bases de datos gestionadas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base de datos va, sin excepción, en subred privada. RDS necesita su propio grupo de seguridad, con una única regla de entrada — el puerto de la base de datos, y solo desde el grupo de seguridad de la instancia de la aplicación, nunca desde 0.0.0.0/0.</a:t>
            </a:r>
            <a:endParaRPr lang="en-US" sz="1800" dirty="0"/>
          </a:p>
        </p:txBody>
      </p:sp>
      <p:pic>
        <p:nvPicPr>
          <p:cNvPr id="6" name="Image 0" descr="C:/Users/Aitor/docxgen/img/inu_e6_subred_privada_r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1843" y="2688336"/>
            <a:ext cx="8324736" cy="28913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endpoint: una dirección que no cambia para ti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3: Bases de datos gestionadas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109167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conectarte, tu aplicación necesita un endpoint: un nombre de dirección único que sustituye a la IP de siempre — si AWS mueve la base de datos tras una conmutación por error, ese nombre sigue apuntando al sitio correcto.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11091672" cy="1645920"/>
          </a:xfrm>
          <a:prstGeom prst="roundRect">
            <a:avLst/>
          </a:prstGeom>
          <a:solidFill>
            <a:srgbClr val="FFF8E1"/>
          </a:solidFill>
          <a:ln w="28575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22960" y="2852928"/>
            <a:ext cx="10543032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No es un escenario hipotético
</a:t>
            </a:r>
            <a:endParaRPr lang="en-US" sz="1900" dirty="0"/>
          </a:p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Bases de datos con el puerto abierto a 0.0.0.0/0 y sin contraseña son de los hallazgos más habituales al escanear internet. «Solo desde el grupo de seguridad de la aplicación» no es una buena práctica opcional.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contraseña no se escribe en ningún sitio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3: Bases de datos gestionadas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109167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Secrets Manager guarda la contraseña de forma cifrada, fuera del código, y se la entrega a quien la necesite solo en el momento de conectarse. RDS puede generarla él mismo y guardarla directamente — ni siquiera tú llegas a verla.</a:t>
            </a:r>
            <a:endParaRPr lang="en-US" sz="1900" dirty="0"/>
          </a:p>
        </p:txBody>
      </p:sp>
      <p:pic>
        <p:nvPicPr>
          <p:cNvPr id="6" name="Image 0" descr="C:/Users/Aitor/docxgen/img/inu_e7_secrets_manag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24" y="3248919"/>
            <a:ext cx="11667268" cy="11999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llega esto a tu aplicación, en la práctica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3: Bases de datos gestionadas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21945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73152" cy="219456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22960" y="1298448"/>
            <a:ext cx="10588752" cy="1975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DB_HOST=$(aws rds describe-db-instances \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--db-instance-identifier mi-base-de-datos \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--query "DBInstances[0].Endpoint.Address" --output text)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secretsmanager get-secret-value \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--secret-id mi-base-de-datos-secret \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--query "SecretString" --output text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script de arranque (user data) deja el endpoint y la contraseña como variables de entorno — nunca escritos a mano en ningún fichero de configuración.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Todas las piezas, en una sola foto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3: Bases de datos gestionadas</a:t>
            </a:r>
            <a:endParaRPr lang="en-US" sz="1100" dirty="0"/>
          </a:p>
        </p:txBody>
      </p:sp>
      <p:pic>
        <p:nvPicPr>
          <p:cNvPr id="5" name="Image 0" descr="C:/Users/Aitor/Documents/apuntes-profe/introduccion-nube/docs/tema3/img/diagrama_conexion_segura_r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953" y="917914"/>
            <a:ext cx="8123045" cy="54153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Multi-AZ frente a réplica de lectura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3: Bases de datos gestionadas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91672" cy="3108960"/>
        </p:xfrm>
        <a:graphic>
          <a:graphicData uri="http://schemas.openxmlformats.org/drawingml/2006/table">
            <a:tbl>
              <a:tblPr/>
              <a:tblGrid>
                <a:gridCol w="3105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930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93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Multi-AZ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Réplica de lectura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 qué existe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Alta disponibilidad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Rendimiento — repartir lecturas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¿Se puede leer/escribir?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No, pasiva hasta conmutar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Sí, solo lectura, en paralelo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 falla la principal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AWS conmuta sola en minutos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conmuta sola — hay que promoverla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Multi-AZ no es gratis: duplica el coste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3: Bases de datos gestionadas</a:t>
            </a:r>
            <a:endParaRPr lang="en-US" sz="1100" dirty="0"/>
          </a:p>
        </p:txBody>
      </p:sp>
      <p:pic>
        <p:nvPicPr>
          <p:cNvPr id="5" name="Image 0" descr="C:/Users/Aitor/docxgen/img/inu_e8_multiaz_repli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734" y="1330546"/>
            <a:ext cx="11109505" cy="223841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1277" y="4061617"/>
            <a:ext cx="11091672" cy="1371600"/>
          </a:xfrm>
          <a:prstGeom prst="roundRect">
            <a:avLst/>
          </a:prstGeom>
          <a:solidFill>
            <a:srgbClr val="FFF8E1"/>
          </a:solidFill>
          <a:ln w="28575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925597" y="4171345"/>
            <a:ext cx="10543032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La copia en espera es una instancia completa
</a:t>
            </a:r>
            <a:endParaRPr lang="en-US" sz="1900" dirty="0"/>
          </a:p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una foto ni un respaldo barato — funciona todo el tiempo aunque nunca respondas una consulta contra ella. Merece la pena cuando de verdad no puedes permitirte una caída.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Backups automáticos frente a snapshots manuales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3: Bases de datos gestionadas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1" cy="3108960"/>
        </p:xfrm>
        <a:graphic>
          <a:graphicData uri="http://schemas.openxmlformats.org/drawingml/2006/table">
            <a:tbl>
              <a:tblPr/>
              <a:tblGrid>
                <a:gridCol w="3549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1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1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Backup automático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Snapshot manual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¿Quién lo crea?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RDS, solo, todos los días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Tú, cuando lo pides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¿Cuánto dura?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 que dure la ventana de retención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Hasta que tú lo borres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¿Sobrevive a borrar la instancia?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526280"/>
            <a:ext cx="11091672" cy="1234440"/>
          </a:xfrm>
          <a:prstGeom prst="roundRect">
            <a:avLst/>
          </a:prstGeom>
          <a:solidFill>
            <a:srgbClr val="FFF8E1"/>
          </a:solidFill>
          <a:ln w="28575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822960" y="4636008"/>
            <a:ext cx="10543032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Borrar la base de datos no borra tu snapshot manual
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borras una instancia de RDS que solo tiene backups automáticos, esos backups se pierden con ella. Un snapshot manual sigue disponible después.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Relacional frente a NoSQL: el patrón de acceso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3: Bases de datos gestionadas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3108960"/>
        </p:xfrm>
        <a:graphic>
          <a:graphicData uri="http://schemas.openxmlformats.org/drawingml/2006/table">
            <a:tbl>
              <a:tblPr/>
              <a:tblGrid>
                <a:gridCol w="15528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3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20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28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01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Cómo se estructura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Cómo se consulta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Servicio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Cuándo encaja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Relacional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Tablas con relaciones fijas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SQL, con JOIN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Datos estructurados con relaciones claras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Clave-valor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Identificador + valor, sin estructura fija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 la clave exacta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DynamoDB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Sesiones, carritos temporales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Documentos con estructura flexible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Comandos sobre JSON, no SQL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DocumentDB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Catálogos con atributos muy distintos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4805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Actividad 3.2 vas a crear una tabla DynamoDB pequeña para comprobarlo con tus propias manos (DocumentDB se queda en razonamiento: el Learner Lab no da permisos para su clúster).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clave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3: Bases de datos gestionadas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Instalar tu propia base de datos da control total; RDS asume parches, copias y conmutación por error a cambio de perder el acceso al sistema operativo.</a:t>
            </a:r>
            <a:endParaRPr lang="en-US" sz="1600" dirty="0"/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base de datos va siempre en subred privada, con un grupo de seguridad que solo acepta tráfico desde la instancia de la aplicación.</a:t>
            </a:r>
            <a:endParaRPr lang="en-US" sz="1600" dirty="0"/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Manager guarda la contraseña cifrada y fuera del código, y puede generarla él mismo.</a:t>
            </a:r>
            <a:endParaRPr lang="en-US" sz="1600" dirty="0"/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Multi-AZ resuelve alta disponibilidad (copia pasiva); una réplica de lectura resuelve rendimiento (copia activa de solo lectura) — y Multi-AZ duplica el coste de cómputo.</a:t>
            </a:r>
            <a:endParaRPr lang="en-US" sz="1600" dirty="0"/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backups automáticos desaparecen si borras la instancia; un snapshot manual, no.</a:t>
            </a:r>
            <a:endParaRPr lang="en-US" sz="1600" dirty="0"/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Relacional (RDS), clave-valor (DynamoDB) y documental (DocumentDB) son tres modelos distintos — la elección depende de la forma de los datos y del patrón de consulta.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1233</Words>
  <Application>Microsoft Office PowerPoint</Application>
  <PresentationFormat>Panorámica</PresentationFormat>
  <Paragraphs>130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Bases de datos gestionadas</dc:title>
  <dc:subject>PptxGenJS Presentation</dc:subject>
  <dc:creator>Introducción a la Nube Pública</dc:creator>
  <cp:lastModifiedBy>VENTURA EDO, AITOR</cp:lastModifiedBy>
  <cp:revision>2</cp:revision>
  <dcterms:created xsi:type="dcterms:W3CDTF">2026-09-06T16:22:59Z</dcterms:created>
  <dcterms:modified xsi:type="dcterms:W3CDTF">2026-09-06T16:35:34Z</dcterms:modified>
</cp:coreProperties>
</file>