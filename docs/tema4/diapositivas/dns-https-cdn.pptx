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4126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CA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 —  TEMA 4: ALTA DISPONIBILIDAD Y ENTREGA DE CONTENIDO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HTTPS y distribución de contenido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4 — Alta disponibilidad y entrega de contenido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nombre propio, cifrado y cerca del visitante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aplicación con balanceador y escalado automático ya se repone sola y escala si sube el tráfico, pero puede seguir viviendo detrás de una URL genérica de AWS, larga y sin HTTPS propio — nada que le pondrías a un cliente real.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le das una dirección con nombre propio, un certificado que garantiza la conexión cifrada, y una red que acerca el contenido estático al visitante. Se cierra otro punto único de fallo: depender de una única forma de entrar al sistema.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DNS: cuatro papeles en la cadena de preguntas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DNS traduce un nombre en una dirección IP. Resolver un nombre no es preguntar a un único servidor, sino a varios, cada uno con un papel distinto: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1672" cy="342900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86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papel tiene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Resolver recursivo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Hace todas las preguntas en tu lugar. No guarda ningún registro propio.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 raíz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cima del sistema DNS. Sabe qué servidor lleva cada terminación (.com, .org...).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 TLD (.com)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Sabe qué servidor es responsable de cada dominio registrado bajo él.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 autoritativo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único que guarda de verdad los registros — el papel que cumple Route 53.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cadena completa de resolución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pic>
        <p:nvPicPr>
          <p:cNvPr id="5" name="Image 0" descr="C:/Users/Aitor/docxgen/img/inu_t4_dns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79"/>
            <a:ext cx="11381800" cy="4155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ordenador solo le habla al resolver recursivo. Cada escalón, salvo el último, no contesta la pregunta: solo indica a quién preguntar después.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registro DNS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329184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0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Traduce 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lo usas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dirección IP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Apuntar directamente a un recurso con IP fija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CNAME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 nombre de dominio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Apuntar a un recurso de AWS con nombre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Alias (Route 53)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recurso de AWS, sin coste añadido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Apuntar a un balanceador o una CDN — la opción recomendada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548640" y="4617720"/>
            <a:ext cx="11091672" cy="9601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822960" y="470916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balanceador no tiene IP fija — un Alias hace lo mismo que un CNAME, sin coste adicional de consulta y sin la limitación del nombre raíz del dominio.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Alojar la zona no es lo mismo que ser dueño del dominio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1645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4303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registrador es la empresa donde compras tudominio.com y certifica que es tuyo. Alojar la zona es otra cosa: es dónde viven de verdad los registros DNS — lo puede hacer un proveedor completamente distinto al registrador.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Podrías comprar el dominio en GoDaddy y alojar la zona en Route 53. En este módulo das por hecho que el dominio ya está comprado.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 enrutamiento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297180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Política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decide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 de uso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Siempre el mismo destino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solo balanceador, sin alternativas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destino que responda más rápido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Varias regiones, cada una sirve a los más cercanos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Geolocalización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destino según el país del usuario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 distinto según la zona geográfica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Conmutación por error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principal, y solo si falla, el secundario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disponibilidad a nivel de DNS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297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 reparte tráfico constantemente entre destinos; conmutación por error usa siempre el principal y solo pasa al secundario si falla — no reparte, sustituye.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Certificados gestionados y HTTPS en el borde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emite y renueva certificados de forma gestionada. La validación por DNS: ACM te da un registro CNAME con un valor único; en cuanto lo detecta en tu zona, emite el certificado.</a:t>
            </a:r>
            <a:endParaRPr lang="en-US" sz="1800" dirty="0"/>
          </a:p>
        </p:txBody>
      </p:sp>
      <p:pic>
        <p:nvPicPr>
          <p:cNvPr id="6" name="Image 0" descr="C:/Users/Aitor/docxgen/img/inu_t4_acm_htt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14" y="2129059"/>
            <a:ext cx="10781798" cy="26668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52120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certificado se instala en el balanceador, no en cada instancia. De ahí hacia dentro puede seguir siendo HTTP normal — ese tramo ya no sale a internet.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CDN: caché en el borde, cerca del visitante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pic>
        <p:nvPicPr>
          <p:cNvPr id="5" name="Image 0" descr="C:/Users/Aitor/Documents/apuntes-profe/introduccion-nube/docs/tema4/img/diagrama_cdn_borde.png"/>
          <p:cNvPicPr>
            <a:picLocks noChangeAspect="1"/>
          </p:cNvPicPr>
          <p:nvPr/>
        </p:nvPicPr>
        <p:blipFill>
          <a:blip r:embed="rId3"/>
          <a:srcRect t="9463"/>
          <a:stretch>
            <a:fillRect/>
          </a:stretch>
        </p:blipFill>
        <p:spPr>
          <a:xfrm>
            <a:off x="1412986" y="1033271"/>
            <a:ext cx="9158598" cy="46666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visitante cercano a la región apenas nota la CDN; el lejano es quien más gana con ella.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CloudFront: la CDN gestionada de AWS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indicas qué origen tiene que copiar —un bucket S3, un balanceador, casi cualquier servidor HTTP— y CloudFront replica el contenido en sus ubicaciones de borde, gestiona TTL e invalidación, y añade HTTPS automático.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1672" cy="173736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852928"/>
            <a:ext cx="10543032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CloudFront puede estar bloqueado en el Learner Lab
</a:t>
            </a:r>
            <a:endParaRPr lang="en-US" sz="1900" dirty="0"/>
          </a:p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Compruébalo con aws cloudfront list-distributions — un error de autorización explícito, distinto de una lista vacía. Si es tu caso, la Actividad 4.2 te enseña a construir la misma mecánica de caché con un proxy propio.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e invalidación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9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(Time To Live): </a:t>
            </a:r>
            <a:endParaRPr lang="en-US" sz="19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tiempo guarda la CDN una copia antes de volver a pedirla al origen. Un TTL alto reduce peticiones, pero retrasa que los visitantes vean un cambio.</a:t>
            </a:r>
            <a:endParaRPr lang="en-US" sz="19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9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Invalidación: </a:t>
            </a:r>
            <a:endParaRPr lang="en-US" sz="19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forzar a la CDN a descartar una copia antes de que expire su TTL.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11091672" cy="12801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segundos en el logo de una tienda: asumible. Ese mismo TTL en el precio de una oferta relámpago ya no lo es. El TTL correcto depende de cuánto te cuesta que alguien vea una versión antigua.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Caché fría frente a caché caliente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pic>
        <p:nvPicPr>
          <p:cNvPr id="5" name="Image 0" descr="C:/Users/Aitor/docxgen/img/inu_t4_cdn_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201" y="1097280"/>
            <a:ext cx="7632551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medir esta diferencia de tiempos de verdad en la Actividad 4.2 — y qué pasa cuando cambias el contenido sin invalidar.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contenido merece CDN y cuál no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3" cy="3886200"/>
        </p:xfrm>
        <a:graphic>
          <a:graphicData uri="http://schemas.openxmlformats.org/drawingml/2006/table">
            <a:tbl>
              <a:tblPr/>
              <a:tblGrid>
                <a:gridCol w="4436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4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0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¿Merece CDN?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 estático (HTML, CSS, JS)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Igual para todos los visitantes, cambia poco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Imágenes de producto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Igual para todos, se benefician de estar cerca del usuario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de la API con datos del carrito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Distinta para cada usuario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Endpoint /api/salud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Necesita reflejar el estado real en cada instante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antes de poner algo detrás de una CDN nunca es solo «¿es más rápido?», es también «¿es lo mismo para todo el mundo?».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DNS, HTTPS y distribución de contenido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un nombre es una cadena de preguntas (resolver → raíz → TLD → autoritativo); alojar la zona no es lo mismo que ser dueño del dominio.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registro Alias es la forma recomendada de apuntar a un balanceador dentro de AWS, porque su dirección puede cambiar.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políticas de enrutamiento deciden a qué destino responder: simple, latencia, geolocalización o conmutación por error.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certificado gestionado (ACM) habilita HTTPS en el borde — se instala en el balanceador, no en cada instancia.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CDN guarda copias en ubicaciones de borde; el TTL decide cuánto dura la copia, y la invalidación fuerza a descartarla antes de tiempo.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merece la pena poner detrás de una CDN contenido igual para todos los visitantes — nunca datos que deban ser distintos por usuario.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1353</Words>
  <Application>Microsoft Office PowerPoint</Application>
  <PresentationFormat>Panorámica</PresentationFormat>
  <Paragraphs>122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DNS, HTTPS y distribución de contenido</dc:title>
  <dc:subject>PptxGenJS Presentation</dc:subject>
  <dc:creator>Introducción a la Nube Pública</dc:creator>
  <cp:lastModifiedBy>VENTURA EDO, AITOR</cp:lastModifiedBy>
  <cp:revision>2</cp:revision>
  <dcterms:created xsi:type="dcterms:W3CDTF">2026-09-06T16:35:56Z</dcterms:created>
  <dcterms:modified xsi:type="dcterms:W3CDTF">2026-09-06T16:38:06Z</dcterms:modified>
</cp:coreProperties>
</file>