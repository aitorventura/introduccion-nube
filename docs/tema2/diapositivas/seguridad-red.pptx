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91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2: REDES VIRTUALES Y SERVICIOS DE CÓMPUTO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red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— Redes virtuales y servicios de cómputo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puerta abierta de par en par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tienes una VPC con subredes públicas y privadas bien repartidas — la sesión pasada construiste el terreno. Pero una subred pública sin ningún filtro más es solo una puerta abierta de par en par: cualquier instancia que lances ahí queda expuesta a todo internet, en todos sus puertos, salvo que añadas algo que decida quién entra y quién no.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11091672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añades dos capas de filtrado que se confunden constantemente entre sí, y el hábito de administrar una instancia sin dejar su puerto de SSH abierto al mundo entero.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de seguridad frente a NACL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ACL (Access Control List) es cualquier lista de reglas que decide quién puede hacer qué sobre un recurso. La que usas hoy es la NACL (Network ACL): una ACL aplicada al tráfico de red, asociada a una subred entera de tu VPC.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1672" cy="3200400"/>
        </p:xfrm>
        <a:graphic>
          <a:graphicData uri="http://schemas.openxmlformats.org/drawingml/2006/table">
            <a:tbl>
              <a:tblPr/>
              <a:tblGrid>
                <a:gridCol w="177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 de seguridad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NACL (Network ACL)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aplica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instancia (o al recurso concreto)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subred entera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¿Tiene estado?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estado: la respuesta de salida se permite automáticamente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estado: hay que permitir entrada Y salida por separado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de permitir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permitir y de denegar explícito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de evaluación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evalúan todas las reglas que apliquen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numérico: la primera que coincide gana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capas de filtrado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pic>
        <p:nvPicPr>
          <p:cNvPr id="5" name="Image 0" descr="C:/Users/Aitor/Documents/apuntes-profe/introduccion-nube/docs/tema2/img/diagrama_sg_vs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403" y="1056321"/>
            <a:ext cx="8129752" cy="54198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5845" y="1402764"/>
            <a:ext cx="3500846" cy="2441448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365760" y="1624714"/>
            <a:ext cx="3327680" cy="1997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portero de discoteca (grupo de seguridad) recuerda a quién ha dejado entrar. La verja del recinto (NACL) no recuerda nada: cada cruce, en cualquier sentido, se comprueba otra vez.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importa: una NACL mal ordenada bloquea tráfico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377923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 una NACL con la regla 100 denegando todo desde 0.0.0.0/0, y la regla 200 —añadida después— permitiendo el puerto 80 desde ese mismo origen. AWS evalúa en orden numérico y se queda con la primera que coincide: la 100 deniega antes de que la 200 actúe.</a:t>
            </a:r>
            <a:endParaRPr lang="en-US" sz="1800" dirty="0"/>
          </a:p>
        </p:txBody>
      </p:sp>
      <p:pic>
        <p:nvPicPr>
          <p:cNvPr id="6" name="Image 0" descr="C:/Users/Aitor/Documents/apuntes-profe/introduccion-nube/docs/tema2/img/diagrama_nacl_or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797" y="938661"/>
            <a:ext cx="5412036" cy="5412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NAT: salida a internet sin permitir entrada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subred privada no tiene ruta a la pasarela de internet, pero a veces necesita salir para actualizar software o llamar a un servicio externo, sin dejar de ser inalcanzable desde fuera. La pasarela NAT vive en una subred pública, y las privadas la usan como salida: el tráfico sale con la IP de la pasarela, nunca con la de la instancia privada.</a:t>
            </a:r>
            <a:endParaRPr lang="en-US" sz="2000" dirty="0"/>
          </a:p>
        </p:txBody>
      </p:sp>
      <p:pic>
        <p:nvPicPr>
          <p:cNvPr id="6" name="Image 0" descr="C:/Users/Aitor/docxgen/img/inu_nat_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352" y="3246120"/>
            <a:ext cx="9596533" cy="24268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pasarela NAT no es gratis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1672" cy="27432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1054303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Se paga por horas y por GB
</a:t>
            </a:r>
            <a:endParaRPr lang="en-US" sz="2300" dirty="0"/>
          </a:p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 la pasarela de internet (sin coste propio), la pasarela NAT cobra por cada hora encendida y por cada GB que pasa a su través — suele ser una de las líneas más caras de una arquitectura pequeña. En la Actividad 2.2 vas a calcular su coste mensual real.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capas: borde, aplicación y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pic>
        <p:nvPicPr>
          <p:cNvPr id="5" name="Image 0" descr="C:/Users/Aitor/Documents/apuntes-profe/introduccion-nube/docs/tema2/img/diagrama_arquitectura_cap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19" y="914882"/>
            <a:ext cx="9771919" cy="488596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027617"/>
              </p:ext>
            </p:extLst>
          </p:nvPr>
        </p:nvGraphicFramePr>
        <p:xfrm>
          <a:off x="548640" y="5010912"/>
          <a:ext cx="11091672" cy="146304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puerto estándar de un servidor web.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es «oficial» de nada: lo elige el desarrollador del servidor de aplicación.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puerto por defecto de PostgreSQL — este sí es fijo.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administrativo sin exponer SSH a internet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3474720"/>
        </p:xfrm>
        <a:graphic>
          <a:graphicData uri="http://schemas.openxmlformats.org/drawingml/2006/table">
            <a:tbl>
              <a:tblPr/>
              <a:tblGrid>
                <a:gridCol w="354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Práctica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 de exposición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SSH abierto a 0.0.0.0/0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Cualquier IP del planeta puede intentar conectarse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Máximo — evítalo siempre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SSH restringido a tu 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tu dirección actual puede conectarse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Bajo, pero cambia si te mueves de red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Instancia sin IP pública, acceso vía intermedia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instancia administrada nunca es alcanzable directamente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0060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el puerto 22 a 0.0.0.0/0 es de los errores más buscados por atacantes automatizados que escanean internet constantemente.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bastión, que ya usaste sin saberlo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969001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Actividad 2.1 saltaste por SSH desde tu instancia pública hasta la privada, sin que la privada tuviera nunca IP pública ni una regla abierta a internet. Esa instancia de salto intermedia se llama bastión (bastion host): un único punto de entrada por SSH hacia toda la red privada.</a:t>
            </a:r>
            <a:endParaRPr lang="en-US" sz="1900" dirty="0"/>
          </a:p>
        </p:txBody>
      </p:sp>
      <p:pic>
        <p:nvPicPr>
          <p:cNvPr id="6" name="Image 0" descr="C:/Users/Aitor/Documents/apuntes-profe/introduccion-nube/docs/tema2/img/diagrama_ba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348" y="1136406"/>
            <a:ext cx="7467569" cy="49783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Seguridad de 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de seguridad = filtro con estado, a nivel de instancia; NACL = filtro sin estado, a nivel de subred. Las dos capas se evalúan siempre.</a:t>
            </a:r>
            <a:endParaRPr lang="en-US" sz="2000" dirty="0"/>
          </a:p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estado: el grupo de seguridad recuerda la conexión y permite la respuesta automáticamente. Sin estado: la NACL exige entrada y salida por separado.</a:t>
            </a:r>
            <a:endParaRPr lang="en-US" sz="2000" dirty="0"/>
          </a:p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pasarela NAT da salida a internet a las subredes privadas sin permitir entrada — y tiene coste por hora y por GB.</a:t>
            </a:r>
            <a:endParaRPr lang="en-US" sz="2000" dirty="0"/>
          </a:p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 (borde → aplicación → datos): cada capa solo habla con la de al lado, nunca se salta ninguna.</a:t>
            </a:r>
            <a:endParaRPr lang="en-US" sz="2000" dirty="0"/>
          </a:p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nunca debe quedar abierto a 0.0.0.0/0 — restringir el origen a tu propia IP es la primera línea de defensa.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979</Words>
  <Application>Microsoft Office PowerPoint</Application>
  <PresentationFormat>Panorámica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de red</dc:title>
  <dc:subject>PptxGenJS Presentation</dc:subject>
  <dc:creator>Introducción a la Nube Pública</dc:creator>
  <cp:lastModifiedBy>VENTURA EDO, AITOR</cp:lastModifiedBy>
  <cp:revision>2</cp:revision>
  <dcterms:created xsi:type="dcterms:W3CDTF">2026-09-06T16:03:49Z</dcterms:created>
  <dcterms:modified xsi:type="dcterms:W3CDTF">2026-09-06T16:12:33Z</dcterms:modified>
</cp:coreProperties>
</file>