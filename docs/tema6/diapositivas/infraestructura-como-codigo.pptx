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 —  TEMA 6: AUTOMATIZACIÓN Y MODELOS DE EJECUCIÓN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como código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6 — Automatización y modelos de ejecución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como código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12344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25880"/>
            <a:ext cx="10543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Describir la infraestructura en ficheros de texto y dejar que una herramienta la cree, la modifique o la destruya exactamente como el texto dice.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743200" cy="1920240"/>
          </a:xfrm>
          <a:prstGeom prst="flowChartDocument">
            <a:avLst/>
          </a:prstGeom>
          <a:solidFill>
            <a:srgbClr val="3949AB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8892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Ficheros .tf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5212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describes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595878" y="3474720"/>
            <a:ext cx="822960" cy="548640"/>
          </a:xfrm>
          <a:prstGeom prst="rightArrow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2876" y="2788920"/>
            <a:ext cx="2743200" cy="1920240"/>
          </a:xfrm>
          <a:prstGeom prst="gear6">
            <a:avLst/>
          </a:prstGeom>
          <a:solidFill>
            <a:srgbClr val="1A237E"/>
          </a:solidFill>
          <a:ln w="19050">
            <a:solidFill>
              <a:srgbClr val="1A23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2876" y="278892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22876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22876" y="5212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herramienta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70114" y="3474720"/>
            <a:ext cx="822960" cy="548640"/>
          </a:xfrm>
          <a:prstGeom prst="rightArrow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97112" y="2788920"/>
            <a:ext cx="2743200" cy="1920240"/>
          </a:xfrm>
          <a:prstGeom prst="cloud">
            <a:avLst/>
          </a:prstGeom>
          <a:solidFill>
            <a:srgbClr val="3949AB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97112" y="278892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97112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red en AWS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97112" y="5212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VPC, subredes, rutas…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5760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Tema 3 has ejecutado apply y destroy sin abrir el fichero. Hoy lo lees, lo modificas y lo escribes tú.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en una empresa nadie monta producción a mano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55280" y="1188720"/>
            <a:ext cx="3502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código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017520" cy="1005840"/>
          </a:xfrm>
          <a:prstGeom prst="round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916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reproducible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749040" y="1691640"/>
            <a:ext cx="3749040" cy="100584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6916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persona lo hace un poco distinto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552944" y="2011680"/>
            <a:ext cx="347472" cy="365760"/>
          </a:xfrm>
          <a:prstGeom prst="rightArrow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1691640"/>
            <a:ext cx="3502152" cy="10058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691640"/>
            <a:ext cx="3227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fichero, el mismo resultado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2852928"/>
            <a:ext cx="3017520" cy="1005840"/>
          </a:xfrm>
          <a:prstGeom prst="round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52928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puede revisar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749040" y="2852928"/>
            <a:ext cx="3749040" cy="100584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2852928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ve el cambio antes de ejecutarlo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552944" y="3172968"/>
            <a:ext cx="347472" cy="365760"/>
          </a:xfrm>
          <a:prstGeom prst="rightArrow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852928"/>
            <a:ext cx="3502152" cy="10058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2852928"/>
            <a:ext cx="3227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revisa como código, antes de aplicar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4014216"/>
            <a:ext cx="3017520" cy="1005840"/>
          </a:xfrm>
          <a:prstGeom prst="round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014216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deja historial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749040" y="4014216"/>
            <a:ext cx="3749040" cy="100584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86200" y="4014216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queda qué ha cambiado ni por qué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552944" y="4334256"/>
            <a:ext cx="347472" cy="365760"/>
          </a:xfrm>
          <a:prstGeom prst="rightArrow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4014216"/>
            <a:ext cx="3502152" cy="10058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4014216"/>
            <a:ext cx="3227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control de versiones guarda autor y fecha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48640" y="5175504"/>
            <a:ext cx="3017520" cy="1005840"/>
          </a:xfrm>
          <a:prstGeom prst="round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175504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Destruir tiene olvidos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3749040" y="5175504"/>
            <a:ext cx="3749040" cy="100584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86200" y="5175504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«Borra todo lo que creé» se deja cosas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552944" y="5495544"/>
            <a:ext cx="347472" cy="365760"/>
          </a:xfrm>
          <a:prstGeom prst="rightArrow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5175504"/>
            <a:ext cx="3502152" cy="10058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2440" y="5175504"/>
            <a:ext cx="3227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 qué existe y no deja residuos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olvido que ya has visto de cerca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949440" cy="352044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6949440" cy="3840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9888"/>
            <a:ext cx="164592" cy="164592"/>
          </a:xfrm>
          <a:prstGeom prst="ellips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1389888"/>
            <a:ext cx="164592" cy="164592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43584" y="1389888"/>
            <a:ext cx="164592" cy="164592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28016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destroy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783080"/>
            <a:ext cx="644652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destroy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aws_instance.web: Destruction complete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aws_subnet.publica: Destruction complete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D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aws_vpc.principal: Still destroying...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D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aws_vpc.principal: Still destroying...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D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aws_vpc.principal: Still destroying...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...hasta que lo borras tú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226296" y="1280160"/>
            <a:ext cx="1005840" cy="868680"/>
          </a:xfrm>
          <a:prstGeom prst="triangl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26296" y="141732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7818120" y="2286000"/>
            <a:ext cx="3822192" cy="25146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2359152"/>
            <a:ext cx="3456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3.1 y cierre de la 5.3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01000" y="2862072"/>
            <a:ext cx="3456432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grupos de seguridad creados a mano para la base de datos, el balanceador y las instancias no están en la lista de Terraform: no los conoce.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91672" cy="1051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166360"/>
            <a:ext cx="10543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una parte vive en código y otra a mano, el código solo responde de lo suyo.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declarativo: estado deseado, plan y aplicación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lee ficheros .tf (lenguaje HCL) y calcula qué crear, cambiar o destruir.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4434840"/>
          </a:xfrm>
          <a:prstGeom prst="rect">
            <a:avLst/>
          </a:prstGeom>
          <a:solidFill>
            <a:srgbClr val="FFFFFF"/>
          </a:solidFill>
          <a:ln w="15875">
            <a:solidFill>
              <a:srgbClr val="9E9E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5394960" cy="731520"/>
          </a:xfrm>
          <a:prstGeom prst="rect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Imperativo: un script
</a:t>
            </a:r>
            <a:endParaRPr lang="en-US" sz="19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recrear-alb.sh de la 5.1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188720" y="2651760"/>
            <a:ext cx="4114800" cy="54864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6517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 la VPC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108960" y="3218688"/>
            <a:ext cx="274320" cy="182880"/>
          </a:xfrm>
          <a:prstGeom prst="downArrow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3429000"/>
            <a:ext cx="4114800" cy="54864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4290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Crea la subred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08960" y="3995928"/>
            <a:ext cx="274320" cy="182880"/>
          </a:xfrm>
          <a:prstGeom prst="downArrow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4206240"/>
            <a:ext cx="4114800" cy="54864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2062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Crea la pasarela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108960" y="4773168"/>
            <a:ext cx="274320" cy="182880"/>
          </a:xfrm>
          <a:prstGeom prst="downArrow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4983480"/>
            <a:ext cx="4114800" cy="54864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9834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Crea la ruta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5577840"/>
            <a:ext cx="4846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577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lo ejecutas dos veces, repite los pasos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45352" y="1737360"/>
            <a:ext cx="5394960" cy="4434840"/>
          </a:xfrm>
          <a:prstGeom prst="rect">
            <a:avLst/>
          </a:prstGeom>
          <a:solidFill>
            <a:srgbClr val="FFFFFF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5352" y="1737360"/>
            <a:ext cx="5394960" cy="73152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45352" y="173736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Declarativo: Terraform
</a:t>
            </a:r>
            <a:endParaRPr lang="en-US" sz="19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el módulo red-base del Tema 3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702552" y="2651760"/>
            <a:ext cx="4480560" cy="7772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02552" y="26517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Quiero una VPC con una subred pública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8759952" y="3474720"/>
            <a:ext cx="365760" cy="320040"/>
          </a:xfrm>
          <a:prstGeom prst="downArrow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02552" y="3840480"/>
            <a:ext cx="4480560" cy="7772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2552" y="38404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con lo que existe y calcula la diferencia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759952" y="4663440"/>
            <a:ext cx="365760" cy="274320"/>
          </a:xfrm>
          <a:prstGeom prst="downArrow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11112" y="4983480"/>
            <a:ext cx="1417320" cy="457200"/>
          </a:xfrm>
          <a:prstGeom prst="round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1112" y="4983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165592" y="4983480"/>
            <a:ext cx="1417320" cy="457200"/>
          </a:xfrm>
          <a:prstGeom prst="round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65592" y="4983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9720072" y="4983480"/>
            <a:ext cx="1417320" cy="457200"/>
          </a:xfrm>
          <a:prstGeom prst="round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20072" y="4983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destruir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6519672" y="5577840"/>
            <a:ext cx="48463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9672" y="5577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lo ejecutas dos veces, solo hace lo que falta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órdenes de Terraform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32179" y="1280160"/>
            <a:ext cx="731520" cy="731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2179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047238" y="128016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498598" cy="640080"/>
          </a:xfrm>
          <a:prstGeom prst="round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24985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init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2498598" cy="15087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71800"/>
            <a:ext cx="227914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el proveedor (el plugin que habla con AWS) y prepara la carpeta.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249859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
</a:t>
            </a:r>
            <a:endParaRPr lang="en-US" sz="13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vez por carpeta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6537" y="1280160"/>
            <a:ext cx="731520" cy="731520"/>
          </a:xfrm>
          <a:prstGeom prst="ellips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6537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911596" y="128016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412998" y="2148840"/>
            <a:ext cx="2498598" cy="640080"/>
          </a:xfrm>
          <a:prstGeom prst="round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2998" y="2148840"/>
            <a:ext cx="24985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12998" y="2926080"/>
            <a:ext cx="2498598" cy="150876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2726" y="2971800"/>
            <a:ext cx="227914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tu código con lo que existe y muestra qué va a crear, cambiar o destruir.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412998" y="4526280"/>
            <a:ext cx="249859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
</a:t>
            </a:r>
            <a:endParaRPr lang="en-US" sz="13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cada cambio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60895" y="1280160"/>
            <a:ext cx="731520" cy="731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60895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775954" y="128016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277356" y="2148840"/>
            <a:ext cx="2498598" cy="640080"/>
          </a:xfrm>
          <a:prstGeom prst="round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7356" y="2148840"/>
            <a:ext cx="24985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277356" y="2926080"/>
            <a:ext cx="2498598" cy="15087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7084" y="2971800"/>
            <a:ext cx="227914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ese plan de verdad, tras pedirte confirmación.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277356" y="4526280"/>
            <a:ext cx="249859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
</a:t>
            </a:r>
            <a:endParaRPr lang="en-US" sz="13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plan es el esperado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025253" y="1280160"/>
            <a:ext cx="731520" cy="73152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25253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9141714" y="2148840"/>
            <a:ext cx="2498598" cy="640080"/>
          </a:xfrm>
          <a:prstGeom prst="round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1714" y="2148840"/>
            <a:ext cx="24985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destroy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141714" y="2926080"/>
            <a:ext cx="2498598" cy="15087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51442" y="2971800"/>
            <a:ext cx="227914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Destruye todo lo que Terraform gestiona en esa carpeta.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141714" y="4526280"/>
            <a:ext cx="249859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
</a:t>
            </a:r>
            <a:endParaRPr lang="en-US" sz="13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ya no lo necesitas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532120"/>
            <a:ext cx="11091672" cy="7772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5623560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segunda es la que marca la diferencia: terraform plan no toca nada.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un plan: cuatro símbolos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08676" cy="17373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00200"/>
            <a:ext cx="1005840" cy="100584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965960" y="1463040"/>
            <a:ext cx="38084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crea un recurso nuevo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965960" y="2331720"/>
            <a:ext cx="38084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Añades una subred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1636" y="1234440"/>
            <a:ext cx="5408676" cy="17373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0236" y="1600200"/>
            <a:ext cx="1005840" cy="1005840"/>
          </a:xfrm>
          <a:prstGeom prst="ellips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648956" y="1463040"/>
            <a:ext cx="38084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modifica en el sitio, sin destruirlo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648956" y="2331720"/>
            <a:ext cx="38084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Cambias una etiqueta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5408676" cy="17373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611880"/>
            <a:ext cx="1005840" cy="1005840"/>
          </a:xfrm>
          <a:prstGeom prst="ellipse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11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965960" y="3474720"/>
            <a:ext cx="38084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destruye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965960" y="4343400"/>
            <a:ext cx="38084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Quitas un recurso del código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31636" y="3246120"/>
            <a:ext cx="5408676" cy="173736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0236" y="3611880"/>
            <a:ext cx="1005840" cy="100584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0236" y="36118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-/+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648956" y="3474720"/>
            <a:ext cx="38084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destruye y se vuelve a crear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648956" y="4343400"/>
            <a:ext cx="38084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Cambias el rango CIDR de una subred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91672" cy="9601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44068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 es como leer la lista de cambios de un contrato antes de firmarlo, en vez de firmar primero y descubrir después qué has aceptado.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plan real, abreviado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7406640" cy="44805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7406640" cy="3840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72768"/>
            <a:ext cx="164592" cy="164592"/>
          </a:xfrm>
          <a:prstGeom prst="ellips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1572768"/>
            <a:ext cx="164592" cy="164592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43584" y="1572768"/>
            <a:ext cx="164592" cy="164592"/>
          </a:xfrm>
          <a:prstGeom prst="ellipse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463040"/>
            <a:ext cx="6126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965960"/>
            <a:ext cx="6903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aws_vpc.principal will be updated in-place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D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~ resource "aws_vpc" "principal"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D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~ tags =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+ "Curso" = "INU"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aws_subnet.privada must be replaced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-/+ resource "aws_subnet" "privada"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D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~ cidr_block = "10.1.1.0/24" -&gt; "10.2.1.0/24"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Plan: 1 to add, 1 to change, 1 to destroy.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0" y="1463040"/>
            <a:ext cx="3410712" cy="13716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536192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 La VPC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412480" y="2084832"/>
            <a:ext cx="304495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cambio, en el sitio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0" y="3017520"/>
            <a:ext cx="3410712" cy="13716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3090672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-/+  La subred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412480" y="3639312"/>
            <a:ext cx="3044952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destrucción + 1 creación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0" y="4572000"/>
            <a:ext cx="3410712" cy="13716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464515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recursos, tres operaciones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12480" y="5285232"/>
            <a:ext cx="304495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siempre la última línea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sin haber leído el plan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28016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89888"/>
            <a:ext cx="10543032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forma más rápida de romper algo en producción
</a:t>
            </a:r>
            <a:endParaRPr lang="en-US" sz="2200" dirty="0"/>
          </a:p>
          <a:p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plan que dice -/+ sobre un recurso con datos significa que esos datos se pierden.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834640"/>
            <a:ext cx="2377440" cy="1920240"/>
          </a:xfrm>
          <a:prstGeom prst="can">
            <a:avLst/>
          </a:prstGeom>
          <a:solidFill>
            <a:srgbClr val="3949AB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3464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con datos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566160" y="3520440"/>
            <a:ext cx="1005840" cy="548640"/>
          </a:xfrm>
          <a:prstGeom prst="rightArrow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3017520"/>
            <a:ext cx="1554480" cy="1554480"/>
          </a:xfrm>
          <a:prstGeom prst="ellips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301752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-/+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434840" y="4800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borra y se crea otra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766560" y="3520440"/>
            <a:ext cx="1005840" cy="548640"/>
          </a:xfrm>
          <a:prstGeom prst="rightArrow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834640"/>
            <a:ext cx="2377440" cy="1920240"/>
          </a:xfrm>
          <a:prstGeom prst="can">
            <a:avLst/>
          </a:prstGeom>
          <a:solidFill>
            <a:srgbClr val="FFFFFF"/>
          </a:solidFill>
          <a:ln w="31750">
            <a:solidFill>
              <a:srgbClr val="3949A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229600" y="283464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5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vacía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863840" y="4800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nueva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91672" cy="9144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44068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el plan no es un trámite: evita que un cambio pensado como pequeño se convierta en un incidente.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piezas de un fichero de Terraform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072030" cy="6858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188915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072030" cy="3703320"/>
          </a:xfrm>
          <a:prstGeom prst="rect">
            <a:avLst/>
          </a:prstGeom>
          <a:solidFill>
            <a:srgbClr val="FFFFFF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48840"/>
            <a:ext cx="179771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plugin que habla con AWS, y la región donde trabaja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3886200"/>
            <a:ext cx="1852574" cy="173736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FF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50208"/>
            <a:ext cx="1669694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6.1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us-east-1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03550" y="1371600"/>
            <a:ext cx="2072030" cy="6858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94990" y="1371600"/>
            <a:ext cx="188915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03550" y="2057400"/>
            <a:ext cx="2072030" cy="3703320"/>
          </a:xfrm>
          <a:prstGeom prst="rect">
            <a:avLst/>
          </a:prstGeom>
          <a:solidFill>
            <a:srgbClr val="FFFFFF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0710" y="2148840"/>
            <a:ext cx="179771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pieza concreta de infraestructura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913278" y="3886200"/>
            <a:ext cx="1852574" cy="173736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FFA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04718" y="3950208"/>
            <a:ext cx="1669694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6.1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VPC, dos subredes, una pasarela, una tabla de rutas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58461" y="1371600"/>
            <a:ext cx="2072030" cy="6858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9901" y="1371600"/>
            <a:ext cx="188915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58461" y="2057400"/>
            <a:ext cx="2072030" cy="3703320"/>
          </a:xfrm>
          <a:prstGeom prst="rect">
            <a:avLst/>
          </a:prstGeom>
          <a:solidFill>
            <a:srgbClr val="FFFFFF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5621" y="2148840"/>
            <a:ext cx="179771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valor que parametriza el código sin tocar el resto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168189" y="3886200"/>
            <a:ext cx="1852574" cy="173736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FFA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9629" y="3950208"/>
            <a:ext cx="1669694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6.1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Entorno, rango de la VPC e identificador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3371" y="1371600"/>
            <a:ext cx="2072030" cy="6858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4811" y="1371600"/>
            <a:ext cx="188915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313371" y="2057400"/>
            <a:ext cx="2072030" cy="3703320"/>
          </a:xfrm>
          <a:prstGeom prst="rect">
            <a:avLst/>
          </a:prstGeom>
          <a:solidFill>
            <a:srgbClr val="FFFFFF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0531" y="2148840"/>
            <a:ext cx="179771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valor que se muestra al terminar de aplicar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423099" y="3886200"/>
            <a:ext cx="1852574" cy="173736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FFA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4539" y="3950208"/>
            <a:ext cx="1669694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6.1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ids de la VPC y de las subredes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568282" y="1371600"/>
            <a:ext cx="2072030" cy="6858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59722" y="1371600"/>
            <a:ext cx="188915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568282" y="2057400"/>
            <a:ext cx="2072030" cy="3703320"/>
          </a:xfrm>
          <a:prstGeom prst="rect">
            <a:avLst/>
          </a:prstGeom>
          <a:solidFill>
            <a:srgbClr val="FFFFFF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05442" y="2148840"/>
            <a:ext cx="179771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que lee de AWS sin crearla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678010" y="3886200"/>
            <a:ext cx="1852574" cy="173736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FFA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69450" y="3950208"/>
            <a:ext cx="1669694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6.1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zonas de disponibilidad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recurso de Terraform es algo que ya has creado en la consola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480560" cy="50292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consola (la red de la 2.1)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59752" y="1280160"/>
            <a:ext cx="4480560" cy="502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9752" y="12801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Terraform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4480560" cy="713232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65960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965960"/>
            <a:ext cx="2130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159752" y="1965960"/>
            <a:ext cx="4480560" cy="713232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51192" y="1965960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aws_vpc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2862072"/>
            <a:ext cx="4480560" cy="713232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62072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Subred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2862072"/>
            <a:ext cx="2130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7159752" y="2862072"/>
            <a:ext cx="4480560" cy="713232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51192" y="2862072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3758184"/>
            <a:ext cx="4480560" cy="713232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758184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Pasarela de internet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29200" y="3758184"/>
            <a:ext cx="2130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159752" y="3758184"/>
            <a:ext cx="4480560" cy="713232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51192" y="3758184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aws_internet_gateway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654296"/>
            <a:ext cx="4480560" cy="713232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654296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de rutas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029200" y="4654296"/>
            <a:ext cx="2130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7159752" y="4654296"/>
            <a:ext cx="4480560" cy="713232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51192" y="4654296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aws_route_table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" y="5550408"/>
            <a:ext cx="4480560" cy="713232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550408"/>
            <a:ext cx="4206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Asociar la tabla a una subred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029200" y="5550408"/>
            <a:ext cx="21305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7159752" y="5550408"/>
            <a:ext cx="4480560" cy="713232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51192" y="5550408"/>
            <a:ext cx="4297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aws_route_table_association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se escribe: un fragmento del módulo de la actividad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45720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73152" cy="45720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72768"/>
            <a:ext cx="10588752" cy="4352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Una variable: un valor que puedes cambiar sin tocar el resto del código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949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"vpc_cidr"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    = string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</a:t>
            </a:r>
            <a:pPr indent="0" marL="0">
              <a:buNone/>
            </a:pPr>
            <a:r>
              <a:rPr lang="en-US" sz="16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"10.1.0.0/16"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6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 usa si no indicas otro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Tipo de recurso ("aws_vpc") y nombre propio dentro del código ("principal")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949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"aws_vpc"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"principal"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var.vpc_cidr    </a:t>
            </a:r>
            <a:pPr indent="0" marL="0">
              <a:buNone/>
            </a:pPr>
            <a:r>
              <a:rPr lang="en-US" sz="16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usa el valor de la variable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949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"aws_subnet"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600" dirty="0">
                <a:solidFill>
                  <a:srgbClr val="B26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"publica"</a:t>
            </a:r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Referencia a la VPC de arriba: aquí nace la dependencia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    = aws_vpc.principal.id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6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10.1.0.0/24: parte el /16 en trozos /24 y coge el número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cidrsubnet(var.vpc_cidr, 8, 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cidrsubnet: cómo se reparte el rango de la red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822960"/>
          </a:xfrm>
          <a:prstGeom prst="roundRect">
            <a:avLst/>
          </a:prstGeom>
          <a:solidFill>
            <a:srgbClr val="ECEFF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cidrsubnet(var.vpc_cidr, 8, 0)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rango 10.1.0.0/16, partido en trozos /24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386459" cy="1143000"/>
          </a:xfrm>
          <a:prstGeom prst="rect">
            <a:avLst/>
          </a:prstGeom>
          <a:solidFill>
            <a:srgbClr val="FFA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51760"/>
            <a:ext cx="138645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
</a:t>
            </a:r>
            <a:endParaRPr lang="en-US" sz="2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10.1.0.0/24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935099" y="2651760"/>
            <a:ext cx="1386459" cy="1143000"/>
          </a:xfrm>
          <a:prstGeom prst="rect">
            <a:avLst/>
          </a:prstGeom>
          <a:solidFill>
            <a:srgbClr val="3949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5099" y="2651760"/>
            <a:ext cx="138645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
</a:t>
            </a:r>
            <a:endParaRPr lang="en-US" sz="2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10.1.1.0/24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321558" y="2651760"/>
            <a:ext cx="1386459" cy="1143000"/>
          </a:xfrm>
          <a:prstGeom prst="rect">
            <a:avLst/>
          </a:prstGeom>
          <a:solidFill>
            <a:srgbClr val="EEEE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1558" y="2651760"/>
            <a:ext cx="138645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
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10.1.2.0/24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708017" y="2651760"/>
            <a:ext cx="1386459" cy="1143000"/>
          </a:xfrm>
          <a:prstGeom prst="rect">
            <a:avLst/>
          </a:prstGeom>
          <a:solidFill>
            <a:srgbClr val="EEEE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8017" y="2651760"/>
            <a:ext cx="138645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
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10.1.3.0/24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094476" y="2651760"/>
            <a:ext cx="1386459" cy="1143000"/>
          </a:xfrm>
          <a:prstGeom prst="rect">
            <a:avLst/>
          </a:prstGeom>
          <a:solidFill>
            <a:srgbClr val="EEEE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4476" y="2651760"/>
            <a:ext cx="138645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
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10.1.4.0/24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480935" y="2651760"/>
            <a:ext cx="1386459" cy="1143000"/>
          </a:xfrm>
          <a:prstGeom prst="rect">
            <a:avLst/>
          </a:prstGeom>
          <a:solidFill>
            <a:srgbClr val="EEEE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80935" y="2651760"/>
            <a:ext cx="138645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
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10.1.5.0/24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867394" y="2651760"/>
            <a:ext cx="1386459" cy="1143000"/>
          </a:xfrm>
          <a:prstGeom prst="rect">
            <a:avLst/>
          </a:prstGeom>
          <a:solidFill>
            <a:srgbClr val="EEEE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7394" y="2651760"/>
            <a:ext cx="138645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
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10.1.6.0/24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253853" y="2651760"/>
            <a:ext cx="1386459" cy="1143000"/>
          </a:xfrm>
          <a:prstGeom prst="rect">
            <a:avLst/>
          </a:prstGeom>
          <a:solidFill>
            <a:srgbClr val="EEEE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53853" y="2651760"/>
            <a:ext cx="1386459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
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13864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subred pública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935099" y="3840480"/>
            <a:ext cx="13864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subred privada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3514344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507992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var.vpc_cidr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" y="4965192"/>
            <a:ext cx="3148584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rango de partida: 10.1.0.0/16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337304" y="4434840"/>
            <a:ext cx="3514344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0184" y="4507992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520184" y="4965192"/>
            <a:ext cx="3148584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que añade a la máscara: de /16 a /24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8125968" y="4434840"/>
            <a:ext cx="3514344" cy="12344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08848" y="4507992"/>
            <a:ext cx="3148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308848" y="4965192"/>
            <a:ext cx="3148584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Cuál de los trozos resultantes coge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subred usa un número distinto, y por eso sus rangos no se solapan.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Dependencias: el orden sale de las referencias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pic>
        <p:nvPicPr>
          <p:cNvPr id="5" name="Image 0" descr="C:/Users/Aitor/docxgen/img/t6-iac-dependenc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988364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11324" y="1280160"/>
            <a:ext cx="4828988" cy="10972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94204" y="1353312"/>
            <a:ext cx="44632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= dependencia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994204" y="1764792"/>
            <a:ext cx="4463228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vpc_id = aws_vpc.principal.id: la VPC va primero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11324" y="2496312"/>
            <a:ext cx="4828988" cy="10972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94204" y="2569464"/>
            <a:ext cx="44632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flecha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994204" y="2980944"/>
            <a:ext cx="4463228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 «tiene que existir antes que»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11324" y="3712464"/>
            <a:ext cx="4828988" cy="109728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94204" y="3785616"/>
            <a:ext cx="44632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crear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994204" y="4197096"/>
            <a:ext cx="4463228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arriba abajo, según el grafo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811324" y="4928616"/>
            <a:ext cx="4828988" cy="10972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FA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94204" y="5001768"/>
            <a:ext cx="44632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destruir: orden inverso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994204" y="5413248"/>
            <a:ext cx="4463228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atasca si queda algo que Terraform no conoce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Idempotencia y deriva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50292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Idempotencia: aplicar dos veces seguidas no cambia nada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361944" cy="11430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965960"/>
            <a:ext cx="3215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apply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la infraestructura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10584" y="192024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13504" y="1920240"/>
            <a:ext cx="3361944" cy="11430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6656" y="1965960"/>
            <a:ext cx="3215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apply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otra vez, sin cambios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5448" y="192024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278368" y="1920240"/>
            <a:ext cx="3361944" cy="11430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1520" y="1965960"/>
            <a:ext cx="3215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«No changes»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se duplica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11091672" cy="50292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3756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Deriva: alguien cambia a mano algo que gestiona Terraform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3361944" cy="11430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023360"/>
            <a:ext cx="3215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Cambias a mano 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la VPC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10584" y="397764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413504" y="3977640"/>
            <a:ext cx="3361944" cy="11430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6656" y="4023360"/>
            <a:ext cx="3215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plan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~ sobre la VPC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5448" y="3977640"/>
            <a:ext cx="502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8278368" y="3977640"/>
            <a:ext cx="3361944" cy="11430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1520" y="4023360"/>
            <a:ext cx="3215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apply: el nombre vuelve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del código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11091672" cy="8229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48640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el botón del ascensor: pulsarlo diez veces no trae diez ascensores. Y el código manda.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fichero de estado y por qué en producción va remoto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743200" cy="2011680"/>
          </a:xfrm>
          <a:prstGeom prst="flowChartDocument">
            <a:avLst/>
          </a:prstGeom>
          <a:solidFill>
            <a:srgbClr val="3949AB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código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quieres que exista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550158" y="2103120"/>
            <a:ext cx="914400" cy="548640"/>
          </a:xfrm>
          <a:prstGeom prst="leftRightArrow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22876" y="1371600"/>
            <a:ext cx="2743200" cy="2011680"/>
          </a:xfrm>
          <a:prstGeom prst="can">
            <a:avLst/>
          </a:prstGeom>
          <a:solidFill>
            <a:srgbClr val="1A237E"/>
          </a:solidFill>
          <a:ln w="19050">
            <a:solidFill>
              <a:srgbClr val="1A23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2876" y="137160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.tfstate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22876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estado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31436" y="3886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Terraform recuerda haber creado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24394" y="2103120"/>
            <a:ext cx="914400" cy="548640"/>
          </a:xfrm>
          <a:prstGeom prst="leftRightArrow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97112" y="1371600"/>
            <a:ext cx="2743200" cy="2011680"/>
          </a:xfrm>
          <a:prstGeom prst="cloud">
            <a:avLst/>
          </a:prstGeom>
          <a:solidFill>
            <a:srgbClr val="3949AB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97112" y="137160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97112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real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805672" y="3886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existe de verdad ahora mismo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1091672" cy="11887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2920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calcular el plan, Terraform mira AWS para comprobar que lo que recuerda sigue siendo cierto, y lo compara con tu código.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mundos: qué ve el plan en cada caso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pic>
        <p:nvPicPr>
          <p:cNvPr id="5" name="Image 0" descr="C:/Users/Aitor/Documents/apuntes-profe/introduccion-nube/docs/tema6/img/diagrama_terraform_tres_mun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8390" y="1097280"/>
            <a:ext cx="9352172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estado se descuadra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483864" cy="6858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300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483864" cy="2697480"/>
          </a:xfrm>
          <a:prstGeom prst="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48840"/>
            <a:ext cx="32095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Borras el estado con la infraestructura viva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Terraform olvida que existe: el siguiente apply intenta crearlo todo otra vez y lo que había queda huérfano.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499616"/>
            <a:ext cx="457200" cy="411480"/>
          </a:xfrm>
          <a:prstGeom prst="triangl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52544" y="1371600"/>
            <a:ext cx="3483864" cy="6858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3984" y="1371600"/>
            <a:ext cx="3300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52544" y="2057400"/>
            <a:ext cx="3483864" cy="2697480"/>
          </a:xfrm>
          <a:prstGeom prst="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2148840"/>
            <a:ext cx="32095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Creas algo a mano dentro de lo que gestiona Terraform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está en el estado: plan no lo ve, destroy no lo borra y puede bloquear lo que lo rodea.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89704" y="1499616"/>
            <a:ext cx="457200" cy="411480"/>
          </a:xfrm>
          <a:prstGeom prst="triangl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9704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56448" y="1371600"/>
            <a:ext cx="3483864" cy="6858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1371600"/>
            <a:ext cx="33009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156448" y="2057400"/>
            <a:ext cx="3483864" cy="2697480"/>
          </a:xfrm>
          <a:prstGeom prst="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2148840"/>
            <a:ext cx="32095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personas aplican a la vez con estados distintos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 pisan el trabajo, y cada estado cree que existe algo diferente.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93608" y="1499616"/>
            <a:ext cx="457200" cy="411480"/>
          </a:xfrm>
          <a:prstGeom prst="triangle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91672" cy="10058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21208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Mientras exista infraestructura, no edites ni borres el fichero de estado.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local en la práctica, remoto en una empresa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317236" cy="7772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51343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este módulo: local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317236" cy="3246120"/>
          </a:xfrm>
          <a:prstGeom prst="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5042916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fichero se queda en tu carpeta de CloudShell, junto al código. Trabajas solo y en un laboratorio temporal.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323076" y="1234440"/>
            <a:ext cx="5317236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4516" y="1234440"/>
            <a:ext cx="51343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empresa: remoto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23076" y="2011680"/>
            <a:ext cx="5317236" cy="3246120"/>
          </a:xfrm>
          <a:prstGeom prst="rect">
            <a:avLst/>
          </a:prstGeom>
          <a:solidFill>
            <a:srgbClr val="E8EAF6"/>
          </a:solidFill>
          <a:ln w="15875">
            <a:solidFill>
              <a:srgbClr val="1A23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2103120"/>
            <a:ext cx="5042916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almacenamiento compartido, por ejemplo un bucket S3 con bloqueo de escritura concurrente. Todo el equipo trabaja sobre el mismo estado real.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2201418" y="3749040"/>
            <a:ext cx="2011680" cy="1325880"/>
          </a:xfrm>
          <a:prstGeom prst="can">
            <a:avLst/>
          </a:prstGeom>
          <a:solidFill>
            <a:srgbClr val="3949AB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01418" y="3749040"/>
            <a:ext cx="2011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tfstate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18654" y="3611880"/>
            <a:ext cx="2926080" cy="1463040"/>
          </a:xfrm>
          <a:prstGeom prst="cloud">
            <a:avLst/>
          </a:prstGeom>
          <a:solidFill>
            <a:srgbClr val="1A237E"/>
          </a:solidFill>
          <a:ln w="19050">
            <a:solidFill>
              <a:srgbClr val="1A23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8654" y="361188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 + bloqueo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1091672" cy="8229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57784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simplificación consciente: no es la práctica recomendada para un equipo.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6: Infraestructura como código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385816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280160"/>
            <a:ext cx="42428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mano no es reproducible ni revisable; el código sí.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54496" y="1280160"/>
            <a:ext cx="5385816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37376" y="155448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14616" y="1280160"/>
            <a:ext cx="42428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Declarativo: describes el estado deseado y Terraform calcula la diferencia.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5385816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92608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2651760"/>
            <a:ext cx="42428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 enseña los cambios antes de aplicar: ~ en el sitio, -/+ destruye y crea.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54496" y="2651760"/>
            <a:ext cx="5385816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7376" y="292608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14616" y="2651760"/>
            <a:ext cx="42428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Proveedor, recursos, variables, salidas y datos; el orden sale de las referencias.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5385816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29768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4023360"/>
            <a:ext cx="42428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dos veces no cambia nada (idempotencia); lo cambiado a mano se detecta (deriva).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54496" y="4023360"/>
            <a:ext cx="5385816" cy="118872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37376" y="4297680"/>
            <a:ext cx="640080" cy="64008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14616" y="4023360"/>
            <a:ext cx="42428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estado registra lo que ha creado Terraform: lo creado a mano no está, y destroy no lo toca.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11091672" cy="8229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57784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esto ya tienes las piezas para la Actividad 6.1 — Destruir y reconstruir.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Infraestructura como código</dc:title>
  <dc:subject>PptxGenJS Presentation</dc:subject>
  <dc:creator>Introducción a la Nube Pública</dc:creator>
  <cp:lastModifiedBy>Introducción a la Nube Pública</cp:lastModifiedBy>
  <cp:revision>1</cp:revision>
  <dcterms:created xsi:type="dcterms:W3CDTF">2026-09-21T18:19:50Z</dcterms:created>
  <dcterms:modified xsi:type="dcterms:W3CDTF">2026-09-21T18:19:50Z</dcterms:modified>
</cp:coreProperties>
</file>