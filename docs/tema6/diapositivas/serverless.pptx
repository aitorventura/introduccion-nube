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6: AUTOMATIZACIÓN Y MODELOS DE EJECUCIÓN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 — Automatización y modelos de ejecución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peldaño más alto de la escalera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1887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desplegado hasta ahora tiene, de fondo, una instancia encendida esperando peticiones, aunque no llegue ninguna. En la 5.3 lo viste en la factura: dos t3.small cuestan lo mismo con mil visitas que con ninguna.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91672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7919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código que solo existe mientras se ejecuta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227832"/>
            <a:ext cx="107259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dispara un evento concreto y no hay ningún servidor que administres.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3361944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4343400"/>
            <a:ext cx="3215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Instancia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encendida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10584" y="429768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413504" y="4297680"/>
            <a:ext cx="3361944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6656" y="4343400"/>
            <a:ext cx="3215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Contenedor gestionado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empaquetas la app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5448" y="429768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278368" y="4297680"/>
            <a:ext cx="3361944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1520" y="4343400"/>
            <a:ext cx="3215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Función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tu código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contenedor gestionado lo verás en la próxima sesión — hoy, el otro extremo.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eventos y ejecución efímera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función Lambda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trozo de código que AWS ejecuta por ti cuando ocurre algo — un evento. En cuanto termina, su entorno se apaga hasta el siguiente.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361944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788920"/>
            <a:ext cx="3215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Subida de una foto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10584" y="274320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413504" y="2743200"/>
            <a:ext cx="3361944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6656" y="2788920"/>
            <a:ext cx="3215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Función Lambda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crea, ejecuta, desaparece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5448" y="274320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78368" y="2743200"/>
            <a:ext cx="3361944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1520" y="2788920"/>
            <a:ext cx="3215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Miniatura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91672" cy="16002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34840"/>
            <a:ext cx="10543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instancia EC2 es como tener la cocina de un restaurante encendida todo el día, con el cocinero dentro, haya o no comensales. Una función Lambda es un cocinero que aparece cuando llega un pedido, cocina ese plato y se va: no pagas por el tiempo que la cocina está vacía.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puede disparar una función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4658502"/>
                <a:gridCol w="6433170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dispara la función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 en Escaparate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objeto nuevo en S3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sube la foto de un producto y se genera su miniatura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petición HTTP (pasarela de API)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URL que devuelve los datos de una foto en JSON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reloj (regla programada)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noche, borrar los carritos abandonados de hace más de una semana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mensaje en una cola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pedido nuevo envía un correo de confirmación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91672" cy="6858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53212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trabajas con el primer caso: un objeto nuevo en S3.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una función Lambda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3327502"/>
                <a:gridCol w="4658502"/>
                <a:gridCol w="3105668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Pieza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la Actividad 6.2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Entorno de ejecución (runtime)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lenguaje: Python, Node.js, Java...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Controlador (handler)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función por la que Lambda empieza a ejecutar tu código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lambda_handler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datos del aviso, en JSON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objeto se ha subido y a qué bucket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 de ejecución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permisos con los que corre la función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LabRole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Paquete de código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 código más las librerías, en un .zip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 código y Pillow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código: la forma del evento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S3 le manda a Lambda (event), simplificado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30175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73152" cy="301752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"Records"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5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"s3"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5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"bucket"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pPr indent="0" marL="0">
              <a:buNone/>
            </a:pPr>
            <a:r>
              <a:rPr lang="en-US" sz="15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5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"object"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pPr indent="0" marL="0">
              <a:buNone/>
            </a:pPr>
            <a:r>
              <a:rPr lang="en-US" sz="15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"key"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1188720"/>
            <a:ext cx="5056632" cy="15544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26187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es una lista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66560" y="1810512"/>
            <a:ext cx="46908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puede avisar de varios objetos en un solo evento; por eso el código la recorre con un for.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0" y="2880360"/>
            <a:ext cx="5056632" cy="17373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953512"/>
            <a:ext cx="46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anidados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66560" y="3502152"/>
            <a:ext cx="469087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y key están varios niveles abajo: se baja por el diccionario, nivel a nivel, hasta llegar al dato.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512064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esta forma ya identificada, el código que la lee tiene sentido en la siguiente diapositiva.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esqueleto mínimo de una función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20116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20116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80160"/>
            <a:ext cx="106344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lambda_handler(event, context):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7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S3 puede avisar de varios objetos en un solo evento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7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registro </a:t>
            </a:r>
            <a:pPr indent="0" marL="0">
              <a:buNone/>
            </a:pPr>
            <a:r>
              <a:rPr lang="en-US" sz="17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event[</a:t>
            </a:r>
            <a:pPr indent="0" marL="0">
              <a:buNone/>
            </a:pPr>
            <a:r>
              <a:rPr lang="en-US" sz="17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"Records"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bucket = registro[</a:t>
            </a:r>
            <a:pPr indent="0" marL="0">
              <a:buNone/>
            </a:pPr>
            <a:r>
              <a:rPr lang="en-US" sz="17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"s3"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7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"bucket"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7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clave = registro[</a:t>
            </a:r>
            <a:pPr indent="0" marL="0">
              <a:buNone/>
            </a:pPr>
            <a:r>
              <a:rPr lang="en-US" sz="17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"s3"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7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"object"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buNone/>
            </a:pPr>
            <a:r>
              <a:rPr lang="en-US" sz="17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"key"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7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buNone/>
            </a:pPr>
            <a:r>
              <a:rPr lang="en-US" sz="17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"Objeto nuevo: {bucket}/{clave}"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7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buNone/>
            </a:pPr>
            <a:r>
              <a:rPr lang="en-US" sz="17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"statusCode"</a:t>
            </a:r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200}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1091672" cy="114300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10543032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esqueleto: no genera nada todavía
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lee el evento y escribe un log. La lógica real (generar la miniatura con Pillow) la ves completa en la Actividad 6.2.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75488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no se ve en pantalla: va a CloudWatch Logs, el mismo servicio de la 5.1. Es el primer sitio donde mirar cuando una función no hace lo esperado.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(segundo parámetro, obligatorio): metadatos internos de la invocación que aquí no hace falta usar.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ese return, si nadie llama por HTTP?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9601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{"statusCode": 200} solo lo necesita quien espera una respuesta, como el cliente de una invocación síncrona a través de la pasarela.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1091672" cy="17373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5059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Disparada por S3, nadie lee lo que devuelve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1520" y="2999232"/>
            <a:ext cx="1072591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solo necesita que la función termine sin lanzar ninguna excepción para darla por bien ejecutada.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091672" cy="105156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544568"/>
            <a:ext cx="1054303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lanzara una excepción, sí importaría
</a:t>
            </a:r>
            <a:endParaRPr lang="en-US" sz="2000" dirty="0"/>
          </a:p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lo que dispara el reintento de la invocación asíncrona, que ves en la siguiente diapositiva.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Pillow se empaqueta en CloudShell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08676" cy="18288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50429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incluida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5042916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trae por defecto boto3, la librería de AWS para Python.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31636" y="1188720"/>
            <a:ext cx="5408676" cy="18288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50429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que empaquetarla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14516" y="1810512"/>
            <a:ext cx="5042916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 (procesa imágenes) no viene incluida, y tiene partes compiladas para un sistema operativo concreto.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91672" cy="141732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01568"/>
            <a:ext cx="1054303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CloudShell, y no tu ordenador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 debe empaquetarse en un Linux compatible con Lambda. CloudShell ya es Amazon Linux; tu Windows o macOS no lo son.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exactamente lo que haces en el Paso 3 de la Actividad 6.2.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función que se dispara a sí misma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69164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1054303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bucle infinito que factura cada vuelta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función se activa cuando aparece un objeto nuevo en un bucket y escribe su resultado en ese mismo bucket, cada miniatura que genera es otro objeto nuevo que la vuelve a disparar — y así sin parar.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evita filtrando por prefijo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3514344" cy="14630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65760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escaparate/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 la función: fotos originales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37304" y="3566160"/>
            <a:ext cx="3514344" cy="14630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4464" y="365760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miniaturas/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20184" y="425196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la función: no la vuelve a disparar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5968" y="3566160"/>
            <a:ext cx="3514344" cy="14630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3128" y="365760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metadatos/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08848" y="4251960"/>
            <a:ext cx="3148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la función: no la vuelve a disparar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filtro que configuras en el Paso 3 de la Actividad 6.2.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Invocación síncrona frente a asíncrona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662001"/>
                <a:gridCol w="4214835"/>
                <a:gridCol w="4214835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Invocación síncrona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Invocación asíncrona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petición HTTP por la pasarela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subida de una foto a S3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espera la respuesta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cliente, con la conexión abierta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Nadie: S3 solo avisa y sigue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la función falla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error vuelve al cliente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Lambda reintenta hasta dos veces más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11091672" cy="12344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52628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una función que se dispara desde S3 debe poder ejecutarse dos veces sobre la misma foto sin causar daño: generar la miniatura otra vez es inofensivo, cobrar un pedido dos veces no lo 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Arranque en frío: la primera invocación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051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primera vez (o tras un rato sin uso), Lambda tiene que preparar un entorno y cargar tu código antes de ejecutarlo. Las siguientes invocaciones, si llegan enseguida, reutilizan el entorno ya preparado: van «en caliente».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petición (en frío)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179064" cy="960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80360"/>
            <a:ext cx="30876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81984" y="2834640"/>
            <a:ext cx="868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 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4944" y="2834640"/>
            <a:ext cx="3179064" cy="960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0664" y="2880360"/>
            <a:ext cx="30876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 entorno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8288" y="2834640"/>
            <a:ext cx="868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 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61248" y="2834640"/>
            <a:ext cx="3179064" cy="960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6968" y="2880360"/>
            <a:ext cx="30876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función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petición, después (en caliente)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3179064" cy="960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389120"/>
            <a:ext cx="30876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81984" y="4343400"/>
            <a:ext cx="868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 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04944" y="4343400"/>
            <a:ext cx="3179064" cy="960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0664" y="4389120"/>
            <a:ext cx="30876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reutiliza entorno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38288" y="4343400"/>
            <a:ext cx="868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 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61248" y="4343400"/>
            <a:ext cx="3179064" cy="9601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6968" y="4389120"/>
            <a:ext cx="30876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función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5408676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623560"/>
            <a:ext cx="5134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0,84 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31520" y="6035040"/>
            <a:ext cx="504291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petición (fría), medido en el Lab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31636" y="5532120"/>
            <a:ext cx="5408676" cy="7772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8796" y="5623560"/>
            <a:ext cx="5134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0,06 s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414516" y="6035040"/>
            <a:ext cx="504291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siguientes (calientes)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límites que acotan qué tareas caben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3549335"/>
                <a:gridCol w="4436669"/>
              </a:tblGrid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Consecuencia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máximo de ejecución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min por invocación (3 s por defecto)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sirve para tareas largas, como convertir un vídeo de una hora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128 MB a 10.240 MB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 eliges la cantidad; la CPU disponible crece con ella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Tamaño del paquete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 el .zip, 250 MB descomprimido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librería enorme puede no caber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memoria acelera, pero no siempre abarata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051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memoria también reparte CPU. Si una función tarda la mitad al doblar la memoria, cuesta lo mismo y responde el doble de rápido. Pero solo pasa así cuando la función pasa casi todo el tiempo calculando.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4103919"/>
                <a:gridCol w="4214835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Duración (caliente)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Coste por invocación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MB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120 ms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0,015 GB-segundo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 MB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90 ms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0,044 GB-segundo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51960"/>
            <a:ext cx="11091672" cy="146304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361688"/>
            <a:ext cx="105430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función de miniaturas de la 6.2 pasa buena parte del tiempo esperando a S3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rápida con más memoria, pero también más cara por invocación. El ajuste de memoria es probar con datos, no adivinar — lo harás tú mismo en el Paso 2.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por invocación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«encendida»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72591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cobra por petición y por GB-segundo: la memoria asignada (en GB) multiplicada por los segundos que dura la ejecución.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1672" cy="914400"/>
        </p:xfrm>
        <a:graphic>
          <a:graphicData uri="http://schemas.openxmlformats.org/drawingml/2006/table">
            <a:tbl>
              <a:tblPr/>
              <a:tblGrid>
                <a:gridCol w="4436669"/>
                <a:gridCol w="6655003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Peticiones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0,20 $ por cada millón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Cómputo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0,0000166667 $ por GB-segundo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 gratuita mensual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millón de peticiones y 400.000 GB-segundo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de US East (N. Virginia), arquitectura x86.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cruce con una instancia t3.small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pic>
        <p:nvPicPr>
          <p:cNvPr id="5" name="Image 0" descr="C:/Users/Aitor/docxgen/img/grafico_coste_lambda_vs_insta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376" y="1051560"/>
            <a:ext cx="693420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49240"/>
            <a:ext cx="11091672" cy="96012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458968"/>
            <a:ext cx="1054303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invocaciones, cero coste de cómputo — pero no cero coste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bucket de S3 sigue facturando con su propia unidad. Y una función que se dispara sin control sí que llena la factura.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Pasarela de API: la puerta de entrada HTTP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9601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una función responda a una petición HTTP hace falta algo delante que la reciba y la convierta en un evento: cumple un papel parecido al del balanceador de carga para tus instancias.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361944" cy="11430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423160"/>
            <a:ext cx="3215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Cliente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/fotos/42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10584" y="23774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13504" y="2377440"/>
            <a:ext cx="3361944" cy="11430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6656" y="2423160"/>
            <a:ext cx="3215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Pasarela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API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5448" y="23774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278368" y="2377440"/>
            <a:ext cx="3361944" cy="11430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1520" y="2423160"/>
            <a:ext cx="3215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Función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4214835"/>
                <a:gridCol w="4658502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HTTP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REST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1,00 $ por millón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3,50 $ por millón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ofrece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básico: rutas, integración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básico, más tres funciones extra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opción por defecto — la usarás en la 6.2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necesitas alguna función extra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funciones extra de API REST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83864" cy="2651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 de acceso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1181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aplicación lleva su propia clave: puedes dar (o cortar) una cuota de peticiones a cada cliente por separado.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52544" y="1371600"/>
            <a:ext cx="3483864" cy="2651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9704" y="1463040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Caché de respuestas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35424" y="2331720"/>
            <a:ext cx="31181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misma petición llega dos veces seguidas, la pasarela devuelve la respuesta guardada, sin invocar la función de nuevo.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56448" y="1371600"/>
            <a:ext cx="3483864" cy="2651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1463040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39328" y="2331720"/>
            <a:ext cx="31181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el formato de lo que entra o sale (por ejemplo, adapta el JSON para un cliente antiguo) sin tocar el código.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2628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mini API de la Actividad 6.2 no necesitas ninguna de las tres, así que usarás API HTTP.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peldaño más extremo de la escalera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pic>
        <p:nvPicPr>
          <p:cNvPr id="5" name="Image 0" descr="C:/Users/Aitor/Documents/apuntes-profe/introduccion-nube/docs/tema6/img/diagrama_escalera_responsabil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780" y="1143000"/>
            <a:ext cx="8367392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978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 (gestionas el sistema operativo entero) → Contenedor gestionado (próxima sesión) → Función (solo tu código). En cada peldaño delegas más operación a cambio de menos control.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compensa serverless, y cuándo no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6876837"/>
                <a:gridCol w="4214835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Situación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¿Encaja?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Tarea puntual disparada por un evento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el caso ideal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Tráfico irregular: picos y horas sin peticiones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no pagas los huecos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Carga constante y alta, muchas invocaciones por segundo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menudo no: una instancia sale más barata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 de más de 15 minutos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choca con el límite de ejecución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Guarda datos en el propio servidor entre peticiones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cada ejecución empieza de cero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91672" cy="6858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71500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Actividad 6.2 mides la latencia y el coste reales de la misma operación con una función y con una instancia, y decides tú, con esos datos.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3153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8590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859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función serverless no existe hasta que un evento la dispara, y desaparece al terminar: sin servidor y sin coste de cómputo mientras nadie la invoca.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08776" y="1188720"/>
            <a:ext cx="543153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48590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4859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68896" y="118872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función Lambda tiene un controlador, un evento en JSON, un rol de ejecución y un paquete con código y librerías.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543153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489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489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265176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función que escribe en el bucket que la dispara puede llamarse a sí misma sin parar: se evita filtrando por prefijo.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208776" y="2651760"/>
            <a:ext cx="543153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29489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29489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68896" y="265176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arranque en frío añade latencia a la primera invocación; tiempo, memoria y tamaño del paquete acotan qué tareas caben.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543153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4119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4119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411480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factura por invocaciones y GB-segundo: con tráfico bajo o irregular sale más barato que una instancia; con carga alta y constante, puede salir más caro.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208776" y="4114800"/>
            <a:ext cx="543153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1656" y="44119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44119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68896" y="411480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pasarela de API convierte peticiones HTTP en invocaciones, con un papel parecido al del balanceador de carga.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5431536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87502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8750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557784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Instancia, contenedor gestionado y función son tres peldaños de la misma escalera: el criterio es qué necesita la carga.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Serverless</dc:title>
  <dc:subject>PptxGenJS Presentation</dc:subject>
  <dc:creator>Introducción a la Nube Pública</dc:creator>
  <cp:lastModifiedBy>Introducción a la Nube Pública</cp:lastModifiedBy>
  <cp:revision>1</cp:revision>
  <dcterms:created xsi:type="dcterms:W3CDTF">2026-09-22T17:40:39Z</dcterms:created>
  <dcterms:modified xsi:type="dcterms:W3CDTF">2026-09-22T17:40:39Z</dcterms:modified>
</cp:coreProperties>
</file>