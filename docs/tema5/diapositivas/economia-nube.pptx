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 —  TEMA 5: GOBIERNO DE LA NUBE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Economía de la nube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 — Gobierno de la nube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apagar recursos a poner números encima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Llevas varias sesiones apagando en cada cierre lo que no hacía falta y anotando el recurso más caro del día. Hoy conviertes esa costumbre en algo con nombre y con números.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1091672" cy="14630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7180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factura de verdad cada pieza que has usado, qué modelos de compra existen más allá de pagar sobre la marcha, y cómo se estima el coste de una arquitectura completa antes de construirla — no después, cuando ya es tarde para decidir distinto.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factura de verdad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servicio de AWS se factura con su propia unidad, y confundirlas lleva a estimaciones muy equivocadas.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/>
                <a:gridCol w="4214835"/>
                <a:gridCol w="3993002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 de facturación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ya has usado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Cómputo (EC2)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segundo de instancia en marcha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instancia desde el Tema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Almacenamiento (S3, EBS)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GB-mes almacenado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front, imágenes, discos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Transferencia de salida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GB que sale hacia internet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visita desde fuera de AWS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Peticiones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número de operaciones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GetObject, cada consulta a RDS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transferencia de salida es la que más sorprende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237744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9968"/>
            <a:ext cx="10543032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Entrada gratis, salida no
</a:t>
            </a:r>
            <a:endParaRPr lang="en-US" sz="2200" dirty="0"/>
          </a:p>
          <a:p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transferencia de entrada (subir datos a AWS) normalmente no cuesta nada; la de salida sí, y crece sin que te des cuenta si sirves imágenes pesadas sin optimizar. La CDN del Tema 4 también reduce esta partida: buena parte del tráfico se sirve desde el borde sin volver a salir del origen.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estimación mensual orientativa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7986004"/>
                <a:gridCol w="310566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Partida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Estimación mensual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instancia EC2 pequeña, 24/7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~7 €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réplica de base de datos gestionada, mismo tamaño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~13 €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GB de imágenes en S3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menos de 1 €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GB de transferencia de salida al mes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~0,5 €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orientativo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~21 €/mes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6460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memorices estas cifras — la calculadora que vas a usar en la Actividad 5.3 te da el número real para tu caso concreto. Lo que conviene retener es el método: sumar cada fila por separado, no adivinar «cuánto cuesta la aplicación» de un plumazo.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gratuita y sus límites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gratuita (Free Tier) incluye una cantidad limitada de uso sin coste, pensada para aprender y probar — no para sostener una carga de producción real. Tiene tres formas distintas: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914400"/>
        </p:xfrm>
        <a:graphic>
          <a:graphicData uri="http://schemas.openxmlformats.org/drawingml/2006/table">
            <a:tbl>
              <a:tblPr/>
              <a:tblGrid>
                <a:gridCol w="3549335"/>
                <a:gridCol w="7542337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funciona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Siempre gratis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límite mensual que nunca caduca (por ejemplo, peticiones a Lambda)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meses gratis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durante el primer año de la cuenta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 de corta duración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crédito o límite que caduca en pocas semanas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120640"/>
            <a:ext cx="11091672" cy="8229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21208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crédito del Learner Lab es una asignación distinta a la capa gratuita de una cuenta personal — por eso el ritual de vigilar el gasto importa desde la primera sesión.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compra: más compromiso, más descuento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cómputo no tiene un único precio. Ese compromiso es de facturación, no de uso real: si reservas una instancia un año y la apagas dos meses, sigues pagando el año entero.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914400"/>
        </p:xfrm>
        <a:graphic>
          <a:graphicData uri="http://schemas.openxmlformats.org/drawingml/2006/table">
            <a:tbl>
              <a:tblPr/>
              <a:tblGrid>
                <a:gridCol w="1774668"/>
                <a:gridCol w="3105668"/>
                <a:gridCol w="2218334"/>
                <a:gridCol w="3993002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Compromiso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Descuento típico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encaja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 demanda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Ninguno, pagas por segundo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Cargas impredecibles, o mientras pruebas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Planes de ahorro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Gasto (no instancia concreta), 1-3 años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Alto, flexible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Cargas estables que pueden cambiar de tipo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instancia concreta, 1-3 años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Cargas estables y predecibles, sin cambios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único espectro, de menos a más compromiso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22904" cy="18288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57400"/>
            <a:ext cx="33314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Bajo demanda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de descuento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compromiso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3024" y="2011680"/>
            <a:ext cx="3422904" cy="18288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28744" y="2057400"/>
            <a:ext cx="33314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Planes de ahorro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~65% de descuento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de gasto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17408" y="2011680"/>
            <a:ext cx="3422904" cy="18288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63128" y="2057400"/>
            <a:ext cx="33314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Reservas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~75% de descuento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de instancia concreta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más tiempo y más detalle te comprometes por adelantado, menor es el precio por hora.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Instancias interrumpibles (Spot): descuento por disponibilidad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queda fuera del espectro a propósito — no cambia compromiso por descuento, cambia disponibilidad por descuento: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3549335"/>
                <a:gridCol w="3549335"/>
                <a:gridCol w="1774668"/>
              </a:tblGrid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Compromiso de tiempo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 que asumes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Descuento típico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Instancias Spot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Ninguno — la apagas tú cuando quieras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puede recuperarla con 2 min de aviso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Muy alto (hasta 90%)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51960"/>
            <a:ext cx="11091672" cy="11887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3434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físicos que nadie está usando ahora mismo: AWS los vende muy baratos, con la condición de recuperarlos si aparece un cliente dispuesto a pagar el precio normal — como el asiento «stand-by» de un avión.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minutos de aviso, sin negociación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46304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89888"/>
            <a:ext cx="105430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Notificación de interrupción: 2 minutos fijos
</a:t>
            </a:r>
            <a:endParaRPr lang="en-US" sz="19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AWS necesita recuperar tu instancia Spot, te avisa con una notificación de interrupción con 2 minutos de margen y después la apaga. No hay negociación ni forma de evitarlo.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10916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Spot no encaja para nada que necesite seguir encendido sin interrupción (una base de datos, un servidor en directo) — encaja para trabajo que se puede cortar y retomar: generar miniaturas de un lote, procesar un fichero por partes, entrenar guardando puntos de control.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cuesta de verdad la diferencia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5544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instancia pequeña encendida los 365 días del año, pagada bajo demanda, ronda los 90 €/año. La misma instancia con una reserva a un año puede bajar a 55-60 € — el mismo hardware, la diferencia es solo cuánto le has garantizado a AWS por adelantado.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91672" cy="15544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9184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arquitectura real no se elige un único modelo: la base de datos (siempre encendida) es candidata a reserva o plan de ahorro; el tráfico impredecible se deja en bajo demanda; una tarea de fondo tolerante a interrupciones encaja en Spot.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6 R de la migración: no mover nada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una aplicación que ya existe se plantea llevarla a la nube, «migrar» no siempre significa moverla — dos de las seis estrategias son, de hecho, decisiones de no moverla: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/>
                <a:gridCol w="4658502"/>
                <a:gridCol w="4436669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Estrategia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implica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Apagarla: ya no aporta valor y mantenerla solo cuesta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app interna sustituida hace años, que nadie abre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Retaining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Dejarla donde está, sin fecha de migración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sistema que depende de un equipo físico muy concreto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6 R de la migración: esfuerzo creciente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774668"/>
                <a:gridCol w="3549335"/>
                <a:gridCol w="1552834"/>
                <a:gridCol w="4214835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Estrategia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implica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Esfuerzo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Rehosting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Mover tal cual, sin cambiar nada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Copiar un servidor físico a EC2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Replatforming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Cambios menores, algún servicio gestionado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Sustituir una BD instalada a mano por RDS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Repurchasing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Pasarse a un producto ya hecho (SaaS)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Cerrar tu correo y contratar uno gestionado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Refactoring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Rediseñar pensando en la nube desde cero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Partir un monolito en servicios independientes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2578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esfuerzo de Repurchasing es «Variable»: depende de lo distinto que sea el SaaS al que te cambias, no hay una regla general como con las otras tres.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una estrategia «correcta» en abstracto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18288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105430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aplicación heredada crítica pero estable puede beneficiarse más de un rehosting rápido y barato que de un refactoring completo de meses — el criterio no es cuál demuestra más dominio técnico, es cuál resuelve el problema de negocio con el esfuerzo justificado.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Palancas de optimización, antes de cambiar de modelo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914400"/>
        </p:xfrm>
        <a:graphic>
          <a:graphicData uri="http://schemas.openxmlformats.org/drawingml/2006/table">
            <a:tbl>
              <a:tblPr/>
              <a:tblGrid>
                <a:gridCol w="4214835"/>
                <a:gridCol w="6876837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Palanca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qué consiste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Apagar lo que no se usa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encendidos fuera de las horas en que alguien los usa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Ajustar tamaño al uso real (rightsizing)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Sobredimensionado «por si acaso», nunca revisado después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Mover datos fríos a clases más baratas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toda clase de acceso de S3 cuesta igual (Tema 3)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Elegir modelo de compra según predictibilidad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palanca de la sección anterior — se aplica la última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663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primeras no comprometen nada; la cuarta sí implica un compromiso de facturación — por eso se deja para el final, cuando ya conoces bien el patrón de uso real.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Etiquetado: lo que hace visible dónde ahorrar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etiquetado (tagging) no es una palanca de ahorro más — es lo que hace posible aplicar las cuatro anteriores con criterio en vez de a ciegas: poner etiquetas como proyecto: escaparate o entorno: pruebas a cada recurso al crearlo.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91672" cy="914400"/>
        </p:xfrm>
        <a:graphic>
          <a:graphicData uri="http://schemas.openxmlformats.org/drawingml/2006/table">
            <a:tbl>
              <a:tblPr/>
              <a:tblGrid>
                <a:gridCol w="4436669"/>
                <a:gridCol w="6655003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Vista de la factura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se ve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etiquetas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EC2: 340 € — un único número para toda la cuenta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etiquetas, por entorno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producción: 90 € · pruebas: 250 €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etiquetas no hay forma de saber si esos 340 € escondían un entorno de pruebas olvidado. Con etiquetas, Cost Explorer desglosa la factura y ahí aparecen los candidatos reales a las tres primeras palancas.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construir, o después de construir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/>
                <a:gridCol w="2662001"/>
                <a:gridCol w="5545836"/>
              </a:tblGrid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se usa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responde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Calculadora de precios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 de construir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«¿Cuánto va a costar esta arquitectura?» — estimación, sin tocar tu cuenta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Explorer / Budgets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Después de construir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«¿Cuánto está costando de verdad lo que ya tengo?» — gasto real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720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Llevas desde la Actividad 1.1 con un presupuesto activo — eso es la mitad «después». Hoy trabajas la mitad «antes»: poner un número a una arquitectura antes de que exista.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Economía de la nube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50492"/>
            <a:ext cx="566928" cy="56692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504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1280160"/>
            <a:ext cx="437997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servicio se factura con su propia unidad: cómputo por segundo, almacenamiento por GB-mes, transferencia de salida por GB, peticiones por operación.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8776" y="128016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1650492"/>
            <a:ext cx="566928" cy="56692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6504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77456" y="1280160"/>
            <a:ext cx="437997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gratuita tiene tres formas distintas y no es lo mismo que el crédito del Learner Lab.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204972"/>
            <a:ext cx="566928" cy="56692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049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2834640"/>
            <a:ext cx="437997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modelos de compra van de bajo demanda (flexible, caro) a reservas y planes de ahorro (compromiso, descuento) hasta Spot (muy barato, interrumpible).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08776" y="283464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3204972"/>
            <a:ext cx="566928" cy="56692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32049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077456" y="2834640"/>
            <a:ext cx="437997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6 R de la migración van de mover tal cual a rediseñar por completo — la mejor no es siempre la más ambiciosa.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759452"/>
            <a:ext cx="566928" cy="56692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7594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17320" y="4389120"/>
            <a:ext cx="437997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Apagar, ajustar tamaños y mover datos fríos son palancas más sencillas que cambiar de modelo; el etiquetado hace visible dónde aplicarlas.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08776" y="4389120"/>
            <a:ext cx="5431536" cy="13258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1656" y="4759452"/>
            <a:ext cx="566928" cy="56692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1656" y="47594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77456" y="4389120"/>
            <a:ext cx="437997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calculadora estima antes de construir; Cost Explorer y los presupuestos miden el gasto real después.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Economía de la nube</dc:title>
  <dc:subject>PptxGenJS Presentation</dc:subject>
  <dc:creator>Introducción a la Nube Pública</dc:creator>
  <cp:lastModifiedBy>Introducción a la Nube Pública</cp:lastModifiedBy>
  <cp:revision>1</cp:revision>
  <dcterms:created xsi:type="dcterms:W3CDTF">2026-09-23T10:02:00Z</dcterms:created>
  <dcterms:modified xsi:type="dcterms:W3CDTF">2026-09-23T10:02:00Z</dcterms:modified>
</cp:coreProperties>
</file>