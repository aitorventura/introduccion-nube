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601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 —  TEMA 5: GOBIERNO DE LA NUBE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Monitorización y operación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5 — Gobierno de la nube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Monitorización y operación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Monitorización y operación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4630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1261872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lo va a estar mirando constantemente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810512"/>
            <a:ext cx="1072591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algo falla a las tres de la madrugada, nadie está delante de una pantalla viéndolo en directo. Necesitas que el propio sistema te avise, y diagnosticar sin la comodidad de conectarte por SSH.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362956" cy="16459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85800" y="3108960"/>
            <a:ext cx="50886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avisa solo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49971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que lo notes tú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77356" y="3017520"/>
            <a:ext cx="5362956" cy="164592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414516" y="3108960"/>
            <a:ext cx="50886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sin SSH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60236" y="3749040"/>
            <a:ext cx="49971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lo que ya quedó registrado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4892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una arquitectura gestionada, la comodidad de mirar «por dentro» cada vez existe menos.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señales, cinco preguntas distintas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Monitorización y operación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te da cinco tipos de señal — cada uno responde a una pregunta diferente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3" cy="3017520"/>
        </p:xfrm>
        <a:graphic>
          <a:graphicData uri="http://schemas.openxmlformats.org/drawingml/2006/table">
            <a:tbl>
              <a:tblPr/>
              <a:tblGrid>
                <a:gridCol w="1774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6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0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Señal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Responde a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Métricas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¿Cuánto? (un número que cambia con el tiempo)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 media de las instancias, peticiones por segundo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¿Qué ha pasado exactamente, con detalle?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mensaje de error concreto de una petición fallida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Alarmas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¿Cuándo algo cruza un umbral que me importa?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 por encima del 80 % durante 5 minutos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Eventos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¿Qué cambio de estado ha ocurrido?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instancia ha pasado de running a terminated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Auditoría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¿Quién ha hecho qué, y cuándo?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Quién ha modificado un grupo de seguridad esta mañana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074920"/>
            <a:ext cx="11091672" cy="9144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822960" y="516636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servicio detrás de cada una: CloudWatch (métricas y alarmas), CloudWatch Logs (registros), EventBridge (eventos), CloudTrail (auditoría).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incidente, contado por cinco señales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Monitorización y operación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instancia se queda sin memoria y deja de responder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91672" cy="7772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85800" y="1687068"/>
            <a:ext cx="512064" cy="512064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85800" y="16870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554480"/>
            <a:ext cx="10085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Métrica: la memoria sube antes de que pase nada grave.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11091672" cy="7772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685800" y="2555748"/>
            <a:ext cx="512064" cy="512064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85800" y="25557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423160"/>
            <a:ext cx="10085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Registro: la aplicación deja el error concreto en el momento del fallo.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11091672" cy="7772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85800" y="3424428"/>
            <a:ext cx="512064" cy="512064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85800" y="34244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291840"/>
            <a:ext cx="10085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Alarma: te avisa en cuanto la métrica cruza el umbral.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11091672" cy="7772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685800" y="4293108"/>
            <a:ext cx="512064" cy="512064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685800" y="42931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4160520"/>
            <a:ext cx="10085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Evento: el grupo de escalado ha terminado esa instancia y lanzado otra.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029200"/>
            <a:ext cx="11091672" cy="7772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685800" y="5161788"/>
            <a:ext cx="512064" cy="512064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685800" y="51617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5029200"/>
            <a:ext cx="10085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Auditoría: confirma que nadie ha tocado nada a mano — el sistema ha reaccionado solo.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Cuánto monitorizar: filtrar el ruido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Monitorización y operación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9144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todo lo que se puede medir merece una alarma — es el mismo problema que un detector de humos tan sensible que salta con el vapor de la ducha: al final lo desconectas.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4174236" cy="8229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9913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Todo lo que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puede medir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66076" y="2468880"/>
            <a:ext cx="4174236" cy="8229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557516" y="2468880"/>
            <a:ext cx="39913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¿Predice un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real?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22876" y="24688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 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362956" cy="82296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85800" y="3657600"/>
            <a:ext cx="50886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 → Alarma útil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251960"/>
            <a:ext cx="4997196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15" name="Shape 13"/>
          <p:cNvSpPr/>
          <p:nvPr/>
        </p:nvSpPr>
        <p:spPr>
          <a:xfrm>
            <a:off x="6277356" y="3566160"/>
            <a:ext cx="5362956" cy="8229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414516" y="3657600"/>
            <a:ext cx="50886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→ Ruido, descartar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60236" y="4251960"/>
            <a:ext cx="4997196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18" name="Shape 16"/>
          <p:cNvSpPr/>
          <p:nvPr/>
        </p:nvSpPr>
        <p:spPr>
          <a:xfrm>
            <a:off x="548640" y="4754880"/>
            <a:ext cx="11091672" cy="10058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822960" y="484632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 a diseñar tres alarmas útiles en la Actividad 5.1, no veinte. Un dashboard de CloudWatch agrupa las métricas que consultas a menudo en una sola pantalla.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a capa: cada una falla de forma distinta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Monitorización y operación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Diagnosticar rápido es saber, según el síntoma, en qué capa mirar primero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483864" cy="10058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3924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Borde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5xx, latencia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86784" y="155448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52544" y="1554480"/>
            <a:ext cx="3483864" cy="10058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398264" y="1600200"/>
            <a:ext cx="33924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Aplicación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CPU, memoria, registros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90688" y="155448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156448" y="1554480"/>
            <a:ext cx="3483864" cy="10058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202168" y="1600200"/>
            <a:ext cx="33924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Datos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conexiones, espacio en disco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11091672" cy="10058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822960" y="292608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respuesta HTTP lleva un código de tres cifras: los que empiezan por 2 son éxito, por 4 error del cliente, y por 5 —los errores 5xx— error del propio servidor.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1091672" cy="7315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822960" y="420624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principio de «fuera hacia dentro» que ya has aplicado con las averías de red del Tema 2.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diagnostica sin acceso al servidor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Monitorización y operación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9144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instancia que fallaba puede haber sido terminada y reemplazada antes de que te conectes — el diagnóstico se apoya en lo ya registrado, no en lo que observes en directo.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91672" cy="2514600"/>
        </p:xfrm>
        <a:graphic>
          <a:graphicData uri="http://schemas.openxmlformats.org/drawingml/2006/table">
            <a:tbl>
              <a:tblPr/>
              <a:tblGrid>
                <a:gridCol w="4658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3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qué señal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¿Cuándo empezó el problema?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Métricas — el momento exacto en que algo cruzó un umbral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¿Qué capa está implicada?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Métricas por capa — compara borde, aplicación y datos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¿Qué error concreto ha ocurrido?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Registros de esa capa, en esa ventana de tiempo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¿Alguien ha cambiado algo antes?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Auditoría — modificaciones cerca del momento del fallo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548640" y="5212080"/>
            <a:ext cx="11091672" cy="1160728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822960" y="5321808"/>
            <a:ext cx="1054303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orden importa: empieza siempre por cuándo, no por qué
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directamente a leer registros sin haber acotado antes la ventana de tiempo con las métricas es buscar una aguja en un pajar entero, no en el rincón donde de verdad cayó.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registros no se guardan gratis ni para siempre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Monitorización y operación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16459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1353312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registro que se genera ocupa espacio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1901952"/>
            <a:ext cx="10725912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ese espacio cuesta dinero mientras lo conservas — es fácil no darte cuenta si la retención se queda «para siempre» por defecto.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1091672" cy="14630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31520" y="3273552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pregunta correcta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31520" y="3822192"/>
            <a:ext cx="1072591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 tiempo de verdad necesitas conservar cada registro? Vuelves a esta idea, con números reales, en el siguiente apartado — Economía de la nube.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Monitorización y operación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31536" cy="13258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31520" y="1650492"/>
            <a:ext cx="566928" cy="566928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31520" y="16504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1280160"/>
            <a:ext cx="437997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señales, cada una con su servicio: métricas y alarmas (CloudWatch), registros (CloudWatch Logs), eventos (EventBridge), auditoría (CloudTrail).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08776" y="1280160"/>
            <a:ext cx="5431536" cy="13258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6391656" y="1650492"/>
            <a:ext cx="566928" cy="566928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391656" y="16504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077456" y="1280160"/>
            <a:ext cx="437997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dashboard de CloudWatch agrupa las métricas que consultas a menudo, en vez de ir saltando de una en una.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5431536" cy="13258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731520" y="3204972"/>
            <a:ext cx="566928" cy="566928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31520" y="32049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2834640"/>
            <a:ext cx="437997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Monitorizar todo sin criterio genera ruido y hace que dejes de prestar atención a las alarmas que sí importan.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08776" y="2834640"/>
            <a:ext cx="5431536" cy="13258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6391656" y="3204972"/>
            <a:ext cx="566928" cy="566928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391656" y="32049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077456" y="2834640"/>
            <a:ext cx="437997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capa falla de forma distinta y necesita su propia señal: borde (errores, latencia), aplicación (CPU, memoria), datos (conexiones, espacio).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5431536" cy="13258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731520" y="4759452"/>
            <a:ext cx="566928" cy="566928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731520" y="47594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417320" y="4389120"/>
            <a:ext cx="437997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acceso al servidor, el diagnóstico se apoya en lo registrado: primero cuándo con las métricas, luego qué con los registros, y confirma con la auditoría.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08776" y="4389120"/>
            <a:ext cx="5431536" cy="13258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6391656" y="4759452"/>
            <a:ext cx="566928" cy="566928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6391656" y="47594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077456" y="4389120"/>
            <a:ext cx="437997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registros tienen coste mientras se conservan — fijar una retención razonable evita un gasto silencioso.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1048</Words>
  <Application>Microsoft Office PowerPoint</Application>
  <PresentationFormat>Panorámica</PresentationFormat>
  <Paragraphs>115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Monitorización y operación</dc:title>
  <dc:subject>PptxGenJS Presentation</dc:subject>
  <dc:creator>Introducción a la Nube Pública</dc:creator>
  <cp:lastModifiedBy>VENTURA EDO, AITOR</cp:lastModifiedBy>
  <cp:revision>2</cp:revision>
  <dcterms:created xsi:type="dcterms:W3CDTF">2026-09-23T10:05:30Z</dcterms:created>
  <dcterms:modified xsi:type="dcterms:W3CDTF">2026-09-23T10:12:44Z</dcterms:modified>
</cp:coreProperties>
</file>