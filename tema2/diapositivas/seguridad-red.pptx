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2: REDES VIRTUALES Y SERVICIOS DE CÓMPUTO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red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— Redes virtuales y servicios de cómputo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916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subred pública sin filtro es una puerta abierta de par en par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instancia que lances ahí queda expuesta a todo internet, en todos sus puertos —el número que identifica a qué servicio va dirigida una conexión, como el 80 de un servidor web—, salvo que añadas algo que decida quién entra.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añades tres piezas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514344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capas de filtrado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1485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confunden constantemente entre sí.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3566160"/>
            <a:ext cx="3514344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4464" y="365760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sin exponer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0184" y="4434840"/>
            <a:ext cx="31485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hábito de administrar sin dejar el puerto abierto al mundo.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3566160"/>
            <a:ext cx="3514344" cy="21031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3128" y="365760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sin entrada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8848" y="4434840"/>
            <a:ext cx="31485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una subred privada sale a internet sin dejar de ser inalcanzable.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seguridad frente a NACL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herramientas de filtrado, y confundirlas es de los errores más repetidos del curso. Deciden qué tráfico entra y sale, pero a nivel distinto y de forma distinta.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325752"/>
                <a:gridCol w="4325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 de seguridad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aplica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(el recurso concreto)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subred entera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¿Tiene estado?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estado: la respuesta se permite sola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estado: entrada y salida por separado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de «permitir»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«permitir» y de «denegar» 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evaluación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evalúan todas las que apliquen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numérico: la primera que coincide gana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confunden tanto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portero de discoteca (grupo de seguridad) recuerda a quién dejó entrar: al salir, no vuelve a pedir el carné —«con estado»—. La verja del recinto (NACL) no recuerda nada: cada cruce, en cualquier sentido, se comprueba de nuevo —«sin estado»—.</a:t>
            </a:r>
            <a:endParaRPr lang="en-US" sz="1600" dirty="0"/>
          </a:p>
        </p:txBody>
      </p:sp>
      <p:pic>
        <p:nvPicPr>
          <p:cNvPr id="7" name="Image 0" descr="C:/Users/Aitor/Documents/apuntes-profe/introduccion-nube/docs/tema2/img/diagrama_sg_vs_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16" y="2560320"/>
            <a:ext cx="438912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733288"/>
            <a:ext cx="1054303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olvidas una regla de salida en un SG, no pasa nada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olvidas en una NACL, el tráfico se corta aunque la entrada estuviera permitida.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importa: una NACL mal ordenada bloquea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2/img/diagrama_nacl_or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8404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143000"/>
            <a:ext cx="6976872" cy="20116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1216152"/>
            <a:ext cx="6611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100: deniega todo desde 0.0.0.0/0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764792"/>
            <a:ext cx="661111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200 (añadida después): permite el puerto 80 desde ese mismo origen. AWS evalúa en orden numérico y se queda con la primera que coincide.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3337560"/>
            <a:ext cx="6976872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3410712"/>
            <a:ext cx="6611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100 gana, aunque la 200 «diga que sí»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46320" y="3959352"/>
            <a:ext cx="661111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tráfico se bloquea igual. La solución no es borrar la 100 — es darle a la regla de permitir un número más bajo que el de la que deniega.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y su coste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subred privada no tiene ruta a la pasarela de internet, así que tampoco puede salir. Pero a veces necesita salir —actualizar paquetes, llamar a un servicio externo— sin dejar de ser inalcanzable desde fuera.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422904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3331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Instancia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25824" y="2377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3024" y="2377440"/>
            <a:ext cx="3422904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8744" y="2423160"/>
            <a:ext cx="3331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Pasarela NAT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subred pública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60208" y="2377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17408" y="2377440"/>
            <a:ext cx="3422904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3128" y="2423160"/>
            <a:ext cx="3331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Internet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9167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679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tráfico sale con la IP de la pasarela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4416552"/>
            <a:ext cx="10725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 la de la instancia privada, así que nadie de fuera puede iniciar una conexión de vuelta hacia ella.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2344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84648"/>
            <a:ext cx="105430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pasarela NAT no es gratis
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la de internet, cobra por hora encendida y por GB. Suele ser una de las líneas más caras de una arquitectura pequeña — lo calcularás en la Actividad 2.2.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capas: borde, aplicación y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SG, NACL y NAT ya puedes construir el patrón que repetirás en cada arquitectura: capas concéntricas donde cada una solo habla con la de al lado, nunca se salta ninguna.</a:t>
            </a:r>
            <a:endParaRPr lang="en-US" sz="1500" dirty="0"/>
          </a:p>
        </p:txBody>
      </p:sp>
      <p:pic>
        <p:nvPicPr>
          <p:cNvPr id="7" name="Image 0" descr="C:/Users/Aitor/Documents/apuntes-profe/introduccion-nube/docs/tema2/img/diagrama_arquitectura_cap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156" y="2286000"/>
            <a:ext cx="5120640" cy="25603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931700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puerto estándar de un servidor web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es «oficial»: lo elige el desarrollador del servidor de aplicación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puerto por defecto de PostgreSQL — este sí es fijo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la capa de datos, en concreto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flecha del diagrama es una regla de grupo de seguridad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072591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datos solo acepta tráfico que venga de la capa de aplicación, nunca directamente de internet ni desde el borde.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1672" cy="16916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30168"/>
            <a:ext cx="105430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única regla de entrada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5432, origen el grupo de seguridad de la capa de aplicación — nunca 0.0.0.0/0, ni siquiera el puerto 80 del borde. La construirás al conectar una base de datos gestionada en el Tema 3.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administrativo sin exponer SSH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el puerto 22 a 0.0.0.0/0 es de los errores más buscados por atacantes automatizados, que escanean internet constantemente. Tres formas de organizarlo, de más expuesta a más segura: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4436669"/>
                <a:gridCol w="2883835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Práctica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de exposición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 abierto a 0.0.0.0/0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 IP del planeta puede intentarlo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 — evítalo siempre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 restringido a tu 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tu dirección actual puede conectarse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Bajo, pero cambia si te mueves de 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IP pública, acceso vía instancia intermedia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administrada nunca es alcanzable directamente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bastión, ya lo has usado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Restringir el SG de SSH a tu IP es una línea, y la aplicarás en la 2.2. Pero en la 2.1 ya saltaste por SSH desde tu instancia pública hasta la privada, sin que esta tuviera nunca IP pública ni una regla abierta a internet.</a:t>
            </a:r>
            <a:endParaRPr lang="en-US" sz="1500" dirty="0"/>
          </a:p>
        </p:txBody>
      </p:sp>
      <p:pic>
        <p:nvPicPr>
          <p:cNvPr id="7" name="Image 0" descr="C:/Users/Aitor/Documents/apuntes-profe/introduccion-nube/docs/tema2/img/diagrama_ba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656" y="2331720"/>
            <a:ext cx="3977640" cy="2651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166360"/>
            <a:ext cx="11091672" cy="11430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76088"/>
            <a:ext cx="10543032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instancia de salto se llama bastión (bastion host)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exactamente el patrón que acabas de usar, y lo formalizarás y reutilizarás en arquitecturas completas más adelante en el módulo.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0867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42656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 seguridad = filtro con estado a nivel de instancia; NACL = filtro sin estado a nivel de subred. Las dos se evalúan siempre.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1636" y="1371600"/>
            <a:ext cx="540867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7830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91756" y="1371600"/>
            <a:ext cx="42656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estado: el SG recuerda la conexión y permite la respuesta sola. Sin estado: la NACL exige entrada y salida por separado.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40867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5204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42656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pasarela NAT da salida a internet a las subredes privadas sin permitir entrada — y tiene coste por hora y por GB.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1636" y="3108960"/>
            <a:ext cx="540867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4516" y="35204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4516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91756" y="3108960"/>
            <a:ext cx="42656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(borde → aplicación → datos): cada capa solo habla con la de al lado, nunca se salta ninguna.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40867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846320"/>
            <a:ext cx="42656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nunca debe quedar abierto a 0.0.0.0/0 — restringir el origen a tu propia IP es la primera línea de defensa.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 red</dc:title>
  <dc:subject>PptxGenJS Presentation</dc:subject>
  <dc:creator>Introducción a la Nube Pública</dc:creator>
  <cp:lastModifiedBy>Introducción a la Nube Pública</cp:lastModifiedBy>
  <cp:revision>1</cp:revision>
  <dcterms:created xsi:type="dcterms:W3CDTF">2026-09-22T17:56:56Z</dcterms:created>
  <dcterms:modified xsi:type="dcterms:W3CDTF">2026-09-22T17:56:56Z</dcterms:modified>
</cp:coreProperties>
</file>