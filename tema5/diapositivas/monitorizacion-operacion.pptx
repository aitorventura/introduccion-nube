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5: GOBIERNO DE LA NUBE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Monitorización y operación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5 — Gobierno de la nube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va a estar mirando la pantalla a las 3 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servidor en producción tiene el mismo problema de fondo: nadie lo va a estar mirando constantemente. Si algo falla a las tres de la madrugada, nadie está delante de una pantalla viéndolo en directo.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11091672" cy="11887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Necesitas que el propio sistema te avise, y necesitas saber diagnosticar una incidencia sin la comodidad de conectarte por SSH a mirar qué pasa por dentro.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señales, cinco preguntas distintas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7249410"/>
              </p:ext>
            </p:extLst>
          </p:nvPr>
        </p:nvGraphicFramePr>
        <p:xfrm>
          <a:off x="548639" y="1097280"/>
          <a:ext cx="11170609" cy="4762344"/>
        </p:xfrm>
        <a:graphic>
          <a:graphicData uri="http://schemas.openxmlformats.org/drawingml/2006/table">
            <a:tbl>
              <a:tblPr/>
              <a:tblGrid>
                <a:gridCol w="2234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4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1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37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Señal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Responde 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Ejemplo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¿Cuánto?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media, peticiones por segundo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Registros (logs)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ha pasado, con detalle?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mensaje de error concreto de una petición fallida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Alarmas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¿Cuándo cruza un umbral?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 por encima del 80 % durante 5 minutos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¿Qué cambio de estado ha ocurrido?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instancia ha pasado de running a terminated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37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Auditoría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¿Quién ha hecho qué, y cuándo?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ha modificado un grupo de seguridad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servicio de AWS detrás de cada señal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CloudWatch: </a:t>
            </a:r>
            <a:endParaRPr lang="en-US" sz="190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recoge las métricas y las alarmas que se disparan sobre ellas.</a:t>
            </a:r>
            <a:endParaRPr lang="en-US" sz="19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Logs: </a:t>
            </a:r>
            <a:endParaRPr lang="en-US" sz="190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guarda los registros.</a:t>
            </a:r>
            <a:endParaRPr lang="en-US" sz="19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EventBridge: </a:t>
            </a:r>
            <a:endParaRPr lang="en-US" sz="190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reacciona a los eventos de cambio de estado.</a:t>
            </a:r>
            <a:endParaRPr lang="en-US" sz="19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CloudTrail: </a:t>
            </a:r>
            <a:endParaRPr lang="en-US" sz="1900" dirty="0"/>
          </a:p>
          <a:p>
            <a:pPr marL="0" lvl="1" indent="0">
              <a:spcAft>
                <a:spcPts val="1400"/>
              </a:spcAft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registro de auditoría — quién ha hecho cada llamada a la API y cuándo.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cinco señales sobre el mismo incidente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instancia se queda sin memoria y deja de responder: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16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Métrica: la subida de memoria, antes de que pasara nada grave.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Registro: el error concreto de la aplicación en el momento del fallo.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Alarma: te habría avisado en cuanto la métrica cruzó el umbral.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Evento: el grupo de escalado ha terminado esa instancia y lanzado otra.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Auditoría: confirma que nadie ha tocado nada manualmente — el sistema ha reaccionado solo</a:t>
            </a: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62BDE8-C03B-8352-9824-73F1EE45EBA1}"/>
              </a:ext>
            </a:extLst>
          </p:cNvPr>
          <p:cNvSpPr txBox="1"/>
          <p:nvPr/>
        </p:nvSpPr>
        <p:spPr>
          <a:xfrm>
            <a:off x="10692882" y="35736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monitoriza de verdad y qué es ruido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71154" y="2403566"/>
            <a:ext cx="4340601" cy="2774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Monitorizar todo sin criterio produce tanto ruido que dejas de prestar atención a las alarmas de verdad — como un detector de humos tan sensible que salta con el vapor de la ducha.</a:t>
            </a:r>
            <a:endParaRPr lang="en-US" sz="2400" dirty="0"/>
          </a:p>
        </p:txBody>
      </p:sp>
      <p:pic>
        <p:nvPicPr>
          <p:cNvPr id="6" name="Image 0" descr="C:/Users/Aitor/docxgen/img/inu_t5_filtro_alar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799" y="1097280"/>
            <a:ext cx="4747940" cy="51436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todas las métricas en un mismo golpe de vista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17373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105430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no ir métrica por métrica cada vez que diagnosticas algo, CloudWatch permite agrupar varias en una sola pantalla: un dashboard, con las gráficas que de verdad consultas a menudo ya montadas una junto a otra.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 a diseñar exactamente tres alarmas útiles en la Actividad 5.1, no veinte — elegir pocas y que importen es la parte difícil.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falla de forma distinta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códigos de estado HTTP que empiezan por 5 —los errores 5xx— son error del propio servidor, la señal de que algo se ha roto por dentro.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422904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33314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Borde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errores 5xx, latencia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925824" y="256032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83024" y="2560320"/>
            <a:ext cx="3422904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428744" y="2606040"/>
            <a:ext cx="33314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Aplicación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 memoria, registros de error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60208" y="2560320"/>
            <a:ext cx="502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49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17408" y="2560320"/>
            <a:ext cx="3422904" cy="137160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8263128" y="2606040"/>
            <a:ext cx="33314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Datos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conexiones activas, espacio en disco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rápido significa saber, según el síntoma, en qué capa mirar primero — «fuera hacia dentro», igual que con las averías de red del Tema 2.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 una incidencia sin acceso al servidor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instancia que fallaba puede haber sido terminada y reemplazada antes de que te conectes — el diagnóstico se apoya en lo ya registrado: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3200400"/>
        </p:xfrm>
        <a:graphic>
          <a:graphicData uri="http://schemas.openxmlformats.org/drawingml/2006/table">
            <a:tbl>
              <a:tblPr/>
              <a:tblGrid>
                <a:gridCol w="4436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5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qué señal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¿Cuándo empezó?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Métricas — el momento exacto en que algo cruzó un umbral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¿Qué capa está implicada?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Métricas por capa — compara borde, aplicación y datos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¿Qué error concreto ha ocurrido?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Registros de esa capa, en esa ventana de tiempo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¿Alguien ha cambiado algo antes?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Auditoría — modificaciones cerca del momento del fallo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Empieza siempre por cuándo, no por qué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91672" cy="173736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389888"/>
            <a:ext cx="1054303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Sin acotar la ventana de tiempo, buscas una aguja en un pajar entero
</a:t>
            </a:r>
            <a:endParaRPr lang="en-US" sz="2000" dirty="0"/>
          </a:p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directamente a leer registros sin haber acotado antes la ventana de tiempo con las métricas es buscar en todo el pajar en vez de en el rincón donde de verdad cayó. Vas a diagnosticar una incidencia real siguiendo este orden en la Actividad 5.1.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1091672" cy="118872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registros no se guardan gratis: cada uno ocupa espacio, y ese espacio cuesta dinero mientras lo conservas. Fijar cuánto tiempo de verdad necesitas conservarlos evita un gasto silencioso.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5: Monitorización y operación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1672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señales, cada una con su servicio: métricas y alarmas (CloudWatch), registros (CloudWatch Logs), eventos (EventBridge), auditoría (CloudTrail).</a:t>
            </a:r>
            <a:endParaRPr lang="en-US" sz="1700" dirty="0"/>
          </a:p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dashboard de CloudWatch agrupa las métricas que consultas a menudo en una sola pantalla.</a:t>
            </a:r>
            <a:endParaRPr lang="en-US" sz="1700" dirty="0"/>
          </a:p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Monitorizar todo sin criterio genera ruido y hace que dejes de prestar atención a las alarmas que sí importan.</a:t>
            </a:r>
            <a:endParaRPr lang="en-US" sz="1700" dirty="0"/>
          </a:p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capa falla de forma distinta y necesita su propia señal: borde, aplicación, datos.</a:t>
            </a:r>
            <a:endParaRPr lang="en-US" sz="1700" dirty="0"/>
          </a:p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acceso al servidor, el diagnóstico se apoya en lo ya registrado: primero cuándo (métricas), luego qué (registros), y confirma con auditoría.</a:t>
            </a:r>
            <a:endParaRPr lang="en-US" sz="1700" dirty="0"/>
          </a:p>
          <a:p>
            <a:pPr marL="190500" indent="-1905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registros tienen coste mientras se conservan — fijar una retención razonable evita un gasto silencioso.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1023</Words>
  <Application>Microsoft Office PowerPoint</Application>
  <PresentationFormat>Panorámica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Monitorización y operación</dc:title>
  <dc:subject>PptxGenJS Presentation</dc:subject>
  <dc:creator>Introducción a la Nube Pública</dc:creator>
  <cp:lastModifiedBy>VENTURA EDO, AITOR</cp:lastModifiedBy>
  <cp:revision>3</cp:revision>
  <dcterms:created xsi:type="dcterms:W3CDTF">2026-09-06T16:40:40Z</dcterms:created>
  <dcterms:modified xsi:type="dcterms:W3CDTF">2026-09-06T16:44:06Z</dcterms:modified>
</cp:coreProperties>
</file>